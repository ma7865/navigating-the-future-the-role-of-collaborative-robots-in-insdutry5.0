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0"/>
  </p:notesMasterIdLst>
  <p:sldIdLst>
    <p:sldId id="256" r:id="rId2"/>
    <p:sldId id="258" r:id="rId3"/>
    <p:sldId id="296" r:id="rId4"/>
    <p:sldId id="259" r:id="rId5"/>
    <p:sldId id="261" r:id="rId6"/>
    <p:sldId id="302" r:id="rId7"/>
    <p:sldId id="303" r:id="rId8"/>
    <p:sldId id="304" r:id="rId9"/>
    <p:sldId id="305" r:id="rId10"/>
    <p:sldId id="301" r:id="rId11"/>
    <p:sldId id="306" r:id="rId12"/>
    <p:sldId id="308" r:id="rId13"/>
    <p:sldId id="297" r:id="rId14"/>
    <p:sldId id="309" r:id="rId15"/>
    <p:sldId id="260" r:id="rId16"/>
    <p:sldId id="310" r:id="rId17"/>
    <p:sldId id="298" r:id="rId18"/>
    <p:sldId id="311" r:id="rId19"/>
    <p:sldId id="299" r:id="rId20"/>
    <p:sldId id="264" r:id="rId21"/>
    <p:sldId id="315" r:id="rId22"/>
    <p:sldId id="316" r:id="rId23"/>
    <p:sldId id="300" r:id="rId24"/>
    <p:sldId id="320" r:id="rId25"/>
    <p:sldId id="323" r:id="rId26"/>
    <p:sldId id="324" r:id="rId27"/>
    <p:sldId id="276" r:id="rId28"/>
    <p:sldId id="277" r:id="rId29"/>
  </p:sldIdLst>
  <p:sldSz cx="9144000" cy="5143500" type="screen16x9"/>
  <p:notesSz cx="6858000" cy="9144000"/>
  <p:embeddedFontLst>
    <p:embeddedFont>
      <p:font typeface="Inter Tight" panose="020B0604020202020204" charset="0"/>
      <p:regular r:id="rId31"/>
      <p:bold r:id="rId32"/>
      <p:italic r:id="rId33"/>
      <p:boldItalic r:id="rId34"/>
    </p:embeddedFont>
    <p:embeddedFont>
      <p:font typeface="Merriweather Sans" pitchFamily="2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Raavi" panose="020B0502040204020203" pitchFamily="34" charset="0"/>
      <p:regular r:id="rId43"/>
      <p:bold r:id="rId44"/>
    </p:embeddedFont>
    <p:embeddedFont>
      <p:font typeface="Raleway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723C7E-1921-43D6-A371-5022FDBC4C5D}">
  <a:tblStyle styleId="{9A723C7E-1921-43D6-A371-5022FDBC4C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ef81d1916d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ef81d1916d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f81d1916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f81d1916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f81d1916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f81d1916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ef81d1916d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ef81d1916d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ROI return of investment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E3229282-1404-A481-2B30-99F55743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f81d1916d_0_154:notes">
            <a:extLst>
              <a:ext uri="{FF2B5EF4-FFF2-40B4-BE49-F238E27FC236}">
                <a16:creationId xmlns:a16="http://schemas.microsoft.com/office/drawing/2014/main" id="{A514B4D7-AB1D-35CF-0E1B-99F1149DD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f81d1916d_0_154:notes">
            <a:extLst>
              <a:ext uri="{FF2B5EF4-FFF2-40B4-BE49-F238E27FC236}">
                <a16:creationId xmlns:a16="http://schemas.microsoft.com/office/drawing/2014/main" id="{64625D16-F18A-708E-DDFC-5BF9280BCB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229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08E3DE0E-E964-6292-7134-2949F9A6D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f81d1916d_0_154:notes">
            <a:extLst>
              <a:ext uri="{FF2B5EF4-FFF2-40B4-BE49-F238E27FC236}">
                <a16:creationId xmlns:a16="http://schemas.microsoft.com/office/drawing/2014/main" id="{475D5472-30F9-0FD5-CDF2-D70C7594D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f81d1916d_0_154:notes">
            <a:extLst>
              <a:ext uri="{FF2B5EF4-FFF2-40B4-BE49-F238E27FC236}">
                <a16:creationId xmlns:a16="http://schemas.microsoft.com/office/drawing/2014/main" id="{CEC8FD25-FBFB-8C35-39DA-B3A11A006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5202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68CF03BE-C709-BEAB-3453-64CCA47C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f81d1916d_0_154:notes">
            <a:extLst>
              <a:ext uri="{FF2B5EF4-FFF2-40B4-BE49-F238E27FC236}">
                <a16:creationId xmlns:a16="http://schemas.microsoft.com/office/drawing/2014/main" id="{9D97484F-4B8D-9997-6119-E54851027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f81d1916d_0_154:notes">
            <a:extLst>
              <a:ext uri="{FF2B5EF4-FFF2-40B4-BE49-F238E27FC236}">
                <a16:creationId xmlns:a16="http://schemas.microsoft.com/office/drawing/2014/main" id="{0553CF5D-53B1-E0F2-DA59-49FE156C3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4512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0F41EEEC-AE7F-56C0-F74E-CDA35ECC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f81d1916d_0_154:notes">
            <a:extLst>
              <a:ext uri="{FF2B5EF4-FFF2-40B4-BE49-F238E27FC236}">
                <a16:creationId xmlns:a16="http://schemas.microsoft.com/office/drawing/2014/main" id="{C76CE2DD-8825-AF35-D842-DE490E0E5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f81d1916d_0_154:notes">
            <a:extLst>
              <a:ext uri="{FF2B5EF4-FFF2-40B4-BE49-F238E27FC236}">
                <a16:creationId xmlns:a16="http://schemas.microsoft.com/office/drawing/2014/main" id="{66D17CFC-5FB7-1C42-8AAF-713ED13E1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12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703AB73E-D5AF-3EEB-E731-E2651396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f81d1916d_0_177:notes">
            <a:extLst>
              <a:ext uri="{FF2B5EF4-FFF2-40B4-BE49-F238E27FC236}">
                <a16:creationId xmlns:a16="http://schemas.microsoft.com/office/drawing/2014/main" id="{CF8CF6F5-E7AD-7EFD-A66B-48439CB1F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f81d1916d_0_177:notes">
            <a:extLst>
              <a:ext uri="{FF2B5EF4-FFF2-40B4-BE49-F238E27FC236}">
                <a16:creationId xmlns:a16="http://schemas.microsoft.com/office/drawing/2014/main" id="{E65FED0B-C06F-0DD1-DE5E-3B2E32A8B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131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7977E06-5E43-3C91-CB68-167D7468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ef8e4f2db5_0_48:notes">
            <a:extLst>
              <a:ext uri="{FF2B5EF4-FFF2-40B4-BE49-F238E27FC236}">
                <a16:creationId xmlns:a16="http://schemas.microsoft.com/office/drawing/2014/main" id="{542CD11A-3AA1-CCA9-CB77-AD3F8C2F8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ef8e4f2db5_0_48:notes">
            <a:extLst>
              <a:ext uri="{FF2B5EF4-FFF2-40B4-BE49-F238E27FC236}">
                <a16:creationId xmlns:a16="http://schemas.microsoft.com/office/drawing/2014/main" id="{51E3B30E-2CE3-4E1B-AFD4-C67F612DC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244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8803C061-7152-4048-119D-FEA4A9556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f81d1916d_0_170:notes">
            <a:extLst>
              <a:ext uri="{FF2B5EF4-FFF2-40B4-BE49-F238E27FC236}">
                <a16:creationId xmlns:a16="http://schemas.microsoft.com/office/drawing/2014/main" id="{2A1DC8B5-D12C-7A4E-8F83-74462BB70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f81d1916d_0_170:notes">
            <a:extLst>
              <a:ext uri="{FF2B5EF4-FFF2-40B4-BE49-F238E27FC236}">
                <a16:creationId xmlns:a16="http://schemas.microsoft.com/office/drawing/2014/main" id="{C3F7F454-D201-F504-67E9-025879906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193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F9E3486A-8693-060A-9FAD-15B36C25F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f81d1916d_0_177:notes">
            <a:extLst>
              <a:ext uri="{FF2B5EF4-FFF2-40B4-BE49-F238E27FC236}">
                <a16:creationId xmlns:a16="http://schemas.microsoft.com/office/drawing/2014/main" id="{F2BDD4AA-4C9B-AB7D-A18D-276474FD6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f81d1916d_0_177:notes">
            <a:extLst>
              <a:ext uri="{FF2B5EF4-FFF2-40B4-BE49-F238E27FC236}">
                <a16:creationId xmlns:a16="http://schemas.microsoft.com/office/drawing/2014/main" id="{FE981473-D300-EF59-20C8-D7972C02D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606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f81d1916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f81d1916d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E0C0D956-A9EA-932D-F5D4-CEEA3A4A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f81d1916d_0_177:notes">
            <a:extLst>
              <a:ext uri="{FF2B5EF4-FFF2-40B4-BE49-F238E27FC236}">
                <a16:creationId xmlns:a16="http://schemas.microsoft.com/office/drawing/2014/main" id="{CBF5B1CF-DECC-05DE-8CD4-31D53E12C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f81d1916d_0_177:notes">
            <a:extLst>
              <a:ext uri="{FF2B5EF4-FFF2-40B4-BE49-F238E27FC236}">
                <a16:creationId xmlns:a16="http://schemas.microsoft.com/office/drawing/2014/main" id="{BEF5D121-0B4C-A973-ED55-0B40EC9E22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832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0023868B-543D-7ACA-321A-A0C5D330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f81d1916d_0_170:notes">
            <a:extLst>
              <a:ext uri="{FF2B5EF4-FFF2-40B4-BE49-F238E27FC236}">
                <a16:creationId xmlns:a16="http://schemas.microsoft.com/office/drawing/2014/main" id="{87161869-59F4-A952-4E86-C5E3F3213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f81d1916d_0_170:notes">
            <a:extLst>
              <a:ext uri="{FF2B5EF4-FFF2-40B4-BE49-F238E27FC236}">
                <a16:creationId xmlns:a16="http://schemas.microsoft.com/office/drawing/2014/main" id="{FE416A49-26F6-F4BE-9C8A-563DB102FC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484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>
          <a:extLst>
            <a:ext uri="{FF2B5EF4-FFF2-40B4-BE49-F238E27FC236}">
              <a16:creationId xmlns:a16="http://schemas.microsoft.com/office/drawing/2014/main" id="{280D99E8-615F-4A71-E7E8-F5BFAE98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ef8e4f2db5_0_59:notes">
            <a:extLst>
              <a:ext uri="{FF2B5EF4-FFF2-40B4-BE49-F238E27FC236}">
                <a16:creationId xmlns:a16="http://schemas.microsoft.com/office/drawing/2014/main" id="{5C16ECCD-87F4-08AC-C5C6-FCC75548B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ef8e4f2db5_0_59:notes">
            <a:extLst>
              <a:ext uri="{FF2B5EF4-FFF2-40B4-BE49-F238E27FC236}">
                <a16:creationId xmlns:a16="http://schemas.microsoft.com/office/drawing/2014/main" id="{E8CDE21A-275E-CC2E-B877-6EADA3F9E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206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707C6BC0-7856-56B7-E2E2-0121C762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f81d1916d_0_170:notes">
            <a:extLst>
              <a:ext uri="{FF2B5EF4-FFF2-40B4-BE49-F238E27FC236}">
                <a16:creationId xmlns:a16="http://schemas.microsoft.com/office/drawing/2014/main" id="{1A159F43-A80D-09CF-A869-EB9E87942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f81d1916d_0_170:notes">
            <a:extLst>
              <a:ext uri="{FF2B5EF4-FFF2-40B4-BE49-F238E27FC236}">
                <a16:creationId xmlns:a16="http://schemas.microsoft.com/office/drawing/2014/main" id="{40820110-69C0-4AA1-8C71-F4D629D88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0727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ef81d1916d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ef81d1916d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D3A9287B-4763-4864-A22F-1C4942778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ef81d1916d_0_230:notes">
            <a:extLst>
              <a:ext uri="{FF2B5EF4-FFF2-40B4-BE49-F238E27FC236}">
                <a16:creationId xmlns:a16="http://schemas.microsoft.com/office/drawing/2014/main" id="{101A7A13-A1BA-077A-F71B-63D4DFBA6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ef81d1916d_0_230:notes">
            <a:extLst>
              <a:ext uri="{FF2B5EF4-FFF2-40B4-BE49-F238E27FC236}">
                <a16:creationId xmlns:a16="http://schemas.microsoft.com/office/drawing/2014/main" id="{EEE183D6-BDC3-0006-99BD-35CB58426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054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>
          <a:extLst>
            <a:ext uri="{FF2B5EF4-FFF2-40B4-BE49-F238E27FC236}">
              <a16:creationId xmlns:a16="http://schemas.microsoft.com/office/drawing/2014/main" id="{26CD3AF6-827B-B552-6E90-B3F5DC0B2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ef81d1916d_0_230:notes">
            <a:extLst>
              <a:ext uri="{FF2B5EF4-FFF2-40B4-BE49-F238E27FC236}">
                <a16:creationId xmlns:a16="http://schemas.microsoft.com/office/drawing/2014/main" id="{8EDD3201-9902-F776-A60C-1881B48AFE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ef81d1916d_0_230:notes">
            <a:extLst>
              <a:ext uri="{FF2B5EF4-FFF2-40B4-BE49-F238E27FC236}">
                <a16:creationId xmlns:a16="http://schemas.microsoft.com/office/drawing/2014/main" id="{03C0087C-2CCA-44DA-A976-E8AAEEE73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837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5277DBAB-0D1A-F1B1-D344-1483A992F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f81d1916d_0_170:notes">
            <a:extLst>
              <a:ext uri="{FF2B5EF4-FFF2-40B4-BE49-F238E27FC236}">
                <a16:creationId xmlns:a16="http://schemas.microsoft.com/office/drawing/2014/main" id="{91770A07-950C-7E2F-5DEB-DBDDD5F78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f81d1916d_0_170:notes">
            <a:extLst>
              <a:ext uri="{FF2B5EF4-FFF2-40B4-BE49-F238E27FC236}">
                <a16:creationId xmlns:a16="http://schemas.microsoft.com/office/drawing/2014/main" id="{56EB73BC-BCE9-0BC2-622F-0B10D9B4A0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88097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F8CCF9E6-F7B3-F7C5-6868-DD14B7F6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ef8e4f2db5_0_489:notes">
            <a:extLst>
              <a:ext uri="{FF2B5EF4-FFF2-40B4-BE49-F238E27FC236}">
                <a16:creationId xmlns:a16="http://schemas.microsoft.com/office/drawing/2014/main" id="{B7D7E19D-39CC-04BA-8F78-74CBA31A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ef8e4f2db5_0_489:notes">
            <a:extLst>
              <a:ext uri="{FF2B5EF4-FFF2-40B4-BE49-F238E27FC236}">
                <a16:creationId xmlns:a16="http://schemas.microsoft.com/office/drawing/2014/main" id="{36ADD20E-3CF4-16D5-FFFB-918AFAB0E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4683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213975CA-CDFC-33D1-A0CA-5444B434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ef8e4f2db5_0_489:notes">
            <a:extLst>
              <a:ext uri="{FF2B5EF4-FFF2-40B4-BE49-F238E27FC236}">
                <a16:creationId xmlns:a16="http://schemas.microsoft.com/office/drawing/2014/main" id="{E482AA7A-2D66-E726-A557-024114BE0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ef8e4f2db5_0_489:notes">
            <a:extLst>
              <a:ext uri="{FF2B5EF4-FFF2-40B4-BE49-F238E27FC236}">
                <a16:creationId xmlns:a16="http://schemas.microsoft.com/office/drawing/2014/main" id="{A7A52ECF-97DC-1B3C-F387-FAF81399A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1011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BC6C6401-6A61-4601-204D-6082C193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ef8e4f2db5_0_489:notes">
            <a:extLst>
              <a:ext uri="{FF2B5EF4-FFF2-40B4-BE49-F238E27FC236}">
                <a16:creationId xmlns:a16="http://schemas.microsoft.com/office/drawing/2014/main" id="{85D1BEF9-619B-4AD5-6CC0-92C835B71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ef8e4f2db5_0_489:notes">
            <a:extLst>
              <a:ext uri="{FF2B5EF4-FFF2-40B4-BE49-F238E27FC236}">
                <a16:creationId xmlns:a16="http://schemas.microsoft.com/office/drawing/2014/main" id="{8B4A9A2B-5E47-1DB7-39AD-1B393CEC6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2583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1ef8e4f2db5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1ef8e4f2db5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ef8e4f2db5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ef8e4f2db5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31400" y="1244550"/>
            <a:ext cx="3533400" cy="20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31400" y="3297750"/>
            <a:ext cx="1987500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2" name="Google Shape;12;p2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0" y="2093147"/>
            <a:ext cx="3434400" cy="13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1291575"/>
            <a:ext cx="1223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572000" y="3447825"/>
            <a:ext cx="34344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979750" y="787350"/>
            <a:ext cx="2937600" cy="39438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/>
          <p:nvPr/>
        </p:nvSpPr>
        <p:spPr>
          <a:xfrm flipH="1">
            <a:off x="8424000" y="7873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20" name="Google Shape;20;p3"/>
          <p:cNvCxnSpPr/>
          <p:nvPr/>
        </p:nvCxnSpPr>
        <p:spPr>
          <a:xfrm rot="10800000">
            <a:off x="0" y="4731275"/>
            <a:ext cx="829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 flipH="1">
            <a:off x="4271100" y="48360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40" name="Google Shape;40;p6"/>
          <p:cNvCxnSpPr/>
          <p:nvPr/>
        </p:nvCxnSpPr>
        <p:spPr>
          <a:xfrm rot="10800000">
            <a:off x="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960125" y="1379138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960125" y="2701763"/>
            <a:ext cx="44949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6151450" y="-10232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46" name="Google Shape;46;p7"/>
          <p:cNvCxnSpPr/>
          <p:nvPr/>
        </p:nvCxnSpPr>
        <p:spPr>
          <a:xfrm>
            <a:off x="731400" y="4731275"/>
            <a:ext cx="847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4657800" y="1529325"/>
            <a:ext cx="3766200" cy="20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6151450" y="-10232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51" name="Google Shape;51;p8"/>
          <p:cNvCxnSpPr/>
          <p:nvPr/>
        </p:nvCxnSpPr>
        <p:spPr>
          <a:xfrm>
            <a:off x="731400" y="4731275"/>
            <a:ext cx="856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-"/>
              <a:defRPr/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 rtl="0"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57" name="Google Shape;57;p9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 sz="4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63" name="Google Shape;63;p10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2"/>
          </p:nvPr>
        </p:nvSpPr>
        <p:spPr>
          <a:xfrm>
            <a:off x="72001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3"/>
          </p:nvPr>
        </p:nvSpPr>
        <p:spPr>
          <a:xfrm>
            <a:off x="572039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72001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4"/>
          </p:nvPr>
        </p:nvSpPr>
        <p:spPr>
          <a:xfrm>
            <a:off x="572039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5"/>
          </p:nvPr>
        </p:nvSpPr>
        <p:spPr>
          <a:xfrm>
            <a:off x="72001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6"/>
          </p:nvPr>
        </p:nvSpPr>
        <p:spPr>
          <a:xfrm>
            <a:off x="572039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7"/>
          </p:nvPr>
        </p:nvSpPr>
        <p:spPr>
          <a:xfrm>
            <a:off x="72001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8"/>
          </p:nvPr>
        </p:nvSpPr>
        <p:spPr>
          <a:xfrm>
            <a:off x="572039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10" y="1288871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10" y="2815796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4" hasCustomPrompt="1"/>
          </p:nvPr>
        </p:nvSpPr>
        <p:spPr>
          <a:xfrm>
            <a:off x="5720390" y="1288871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0390" y="2815796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/>
          <p:nvPr/>
        </p:nvSpPr>
        <p:spPr>
          <a:xfrm>
            <a:off x="-477775" y="45758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2151750" y="4707250"/>
            <a:ext cx="484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8424000" y="-8328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97" name="Google Shape;97;p15"/>
          <p:cNvCxnSpPr/>
          <p:nvPr/>
        </p:nvCxnSpPr>
        <p:spPr>
          <a:xfrm>
            <a:off x="282420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/>
          <p:nvPr/>
        </p:nvSpPr>
        <p:spPr>
          <a:xfrm flipH="1">
            <a:off x="-1158100" y="22178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 rot="10800000">
            <a:off x="1857600" y="4891375"/>
            <a:ext cx="54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_1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/>
          <p:nvPr/>
        </p:nvSpPr>
        <p:spPr>
          <a:xfrm flipH="1">
            <a:off x="8605175" y="30272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 rot="10800000">
            <a:off x="-651625" y="4891375"/>
            <a:ext cx="54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 hasCustomPrompt="1"/>
          </p:nvPr>
        </p:nvSpPr>
        <p:spPr>
          <a:xfrm>
            <a:off x="102387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"/>
          </p:nvPr>
        </p:nvSpPr>
        <p:spPr>
          <a:xfrm>
            <a:off x="102387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title" idx="2" hasCustomPrompt="1"/>
          </p:nvPr>
        </p:nvSpPr>
        <p:spPr>
          <a:xfrm>
            <a:off x="474392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3"/>
          </p:nvPr>
        </p:nvSpPr>
        <p:spPr>
          <a:xfrm>
            <a:off x="474392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title" idx="4" hasCustomPrompt="1"/>
          </p:nvPr>
        </p:nvSpPr>
        <p:spPr>
          <a:xfrm>
            <a:off x="474392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5"/>
          </p:nvPr>
        </p:nvSpPr>
        <p:spPr>
          <a:xfrm>
            <a:off x="474392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 idx="6" hasCustomPrompt="1"/>
          </p:nvPr>
        </p:nvSpPr>
        <p:spPr>
          <a:xfrm>
            <a:off x="102387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7"/>
          </p:nvPr>
        </p:nvSpPr>
        <p:spPr>
          <a:xfrm>
            <a:off x="102387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46" name="Google Shape;146;p21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47" name="Google Shape;147;p21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ctrTitle"/>
          </p:nvPr>
        </p:nvSpPr>
        <p:spPr>
          <a:xfrm>
            <a:off x="2470050" y="793601"/>
            <a:ext cx="42039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"/>
          </p:nvPr>
        </p:nvSpPr>
        <p:spPr>
          <a:xfrm>
            <a:off x="2470050" y="1771598"/>
            <a:ext cx="4203900" cy="10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53" name="Google Shape;153;p22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4" name="Google Shape;154;p22"/>
          <p:cNvSpPr txBox="1"/>
          <p:nvPr/>
        </p:nvSpPr>
        <p:spPr>
          <a:xfrm>
            <a:off x="2470050" y="3384751"/>
            <a:ext cx="420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57" name="Google Shape;157;p23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58" name="Google Shape;158;p23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61" name="Google Shape;161;p24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9" r:id="rId8"/>
    <p:sldLayoutId id="2147483661" r:id="rId9"/>
    <p:sldLayoutId id="2147483663" r:id="rId10"/>
    <p:sldLayoutId id="2147483664" r:id="rId11"/>
    <p:sldLayoutId id="2147483667" r:id="rId12"/>
    <p:sldLayoutId id="2147483668" r:id="rId13"/>
    <p:sldLayoutId id="2147483669" r:id="rId14"/>
    <p:sldLayoutId id="214748367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onlinelibrary.wiley.com/doi/abs/10.1002/9781394198252.ch7" TargetMode="External"/><Relationship Id="rId3" Type="http://schemas.openxmlformats.org/officeDocument/2006/relationships/hyperlink" Target="https://link.springer.com/article/10.1007/s10845-022-01953-w" TargetMode="External"/><Relationship Id="rId7" Type="http://schemas.openxmlformats.org/officeDocument/2006/relationships/hyperlink" Target="https://www.sciencedirect.com/science/article/pii/S092188901830602X?casa_token=2krWdnseo6UAAAAA:W21fJ__Adg_RV7v2-oDvrvxgCqDMMINWd6YSDsrxhzanQO42BVNWzMYfSOrH0jhoB3me8275BWM#sec4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ink.springer.com/article/10.1007/s11831-023-09903-2" TargetMode="External"/><Relationship Id="rId5" Type="http://schemas.openxmlformats.org/officeDocument/2006/relationships/hyperlink" Target="https://www.wevolver.com/article/what-is-a-cobot-advanced-guide-to-collaborative-robot-architecture-and-implementation" TargetMode="External"/><Relationship Id="rId4" Type="http://schemas.openxmlformats.org/officeDocument/2006/relationships/hyperlink" Target="https://aimagazine.com/robotics/cobots-what-are-they-and-why-are-they-becoming-important" TargetMode="External"/><Relationship Id="rId9" Type="http://schemas.openxmlformats.org/officeDocument/2006/relationships/hyperlink" Target="https://www.tandfonline.com/doi/full/10.1080/10447318.2022.2041907?casa_token=hHaSvNAFJ1AAAAAA%3AysQrWpqhtutsi_uAvqBq2VJaBG1olSkr0md9EbGlyRfnSk__PBamLiQ4AzCHNqZ516-DVwcXEdZayoE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ctrTitle"/>
          </p:nvPr>
        </p:nvSpPr>
        <p:spPr>
          <a:xfrm>
            <a:off x="731400" y="902970"/>
            <a:ext cx="3533400" cy="23947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 dirty="0"/>
              <a:t>Navigating the Future: The Role of Collaborative Robots (Cobots) in Industry 5.0</a:t>
            </a:r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1"/>
          </p:nvPr>
        </p:nvSpPr>
        <p:spPr>
          <a:xfrm>
            <a:off x="731400" y="3297750"/>
            <a:ext cx="3069420" cy="942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</a:t>
            </a:r>
            <a:r>
              <a:rPr lang="en-GB" dirty="0"/>
              <a:t>a</a:t>
            </a:r>
            <a:r>
              <a:rPr lang="en" dirty="0"/>
              <a:t>ryam Amir (502540)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Sara Shahzad (530654)</a:t>
            </a:r>
            <a:endParaRPr dirty="0"/>
          </a:p>
        </p:txBody>
      </p:sp>
      <p:grpSp>
        <p:nvGrpSpPr>
          <p:cNvPr id="175" name="Google Shape;175;p28"/>
          <p:cNvGrpSpPr/>
          <p:nvPr/>
        </p:nvGrpSpPr>
        <p:grpSpPr>
          <a:xfrm>
            <a:off x="4413842" y="2278907"/>
            <a:ext cx="1957082" cy="2452345"/>
            <a:chOff x="2719800" y="341640"/>
            <a:chExt cx="809280" cy="1014120"/>
          </a:xfrm>
        </p:grpSpPr>
        <p:sp>
          <p:nvSpPr>
            <p:cNvPr id="176" name="Google Shape;176;p28"/>
            <p:cNvSpPr/>
            <p:nvPr/>
          </p:nvSpPr>
          <p:spPr>
            <a:xfrm>
              <a:off x="2879280" y="659880"/>
              <a:ext cx="348840" cy="34848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209" y="0"/>
                  </a:moveTo>
                  <a:lnTo>
                    <a:pt x="969" y="759"/>
                  </a:lnTo>
                  <a:lnTo>
                    <a:pt x="759" y="968"/>
                  </a:lnTo>
                  <a:lnTo>
                    <a:pt x="0" y="209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2904840" y="702720"/>
              <a:ext cx="248760" cy="221760"/>
            </a:xfrm>
            <a:custGeom>
              <a:avLst/>
              <a:gdLst/>
              <a:ahLst/>
              <a:cxnLst/>
              <a:rect l="l" t="t" r="r" b="b"/>
              <a:pathLst>
                <a:path w="691" h="616" extrusionOk="0">
                  <a:moveTo>
                    <a:pt x="283" y="25"/>
                  </a:moveTo>
                  <a:cubicBezTo>
                    <a:pt x="283" y="25"/>
                    <a:pt x="153" y="151"/>
                    <a:pt x="156" y="173"/>
                  </a:cubicBezTo>
                  <a:cubicBezTo>
                    <a:pt x="159" y="195"/>
                    <a:pt x="439" y="481"/>
                    <a:pt x="450" y="481"/>
                  </a:cubicBezTo>
                  <a:cubicBezTo>
                    <a:pt x="461" y="481"/>
                    <a:pt x="618" y="399"/>
                    <a:pt x="682" y="424"/>
                  </a:cubicBezTo>
                  <a:cubicBezTo>
                    <a:pt x="746" y="449"/>
                    <a:pt x="455" y="616"/>
                    <a:pt x="455" y="616"/>
                  </a:cubicBezTo>
                  <a:lnTo>
                    <a:pt x="0" y="161"/>
                  </a:lnTo>
                  <a:lnTo>
                    <a:pt x="258" y="0"/>
                  </a:lnTo>
                  <a:lnTo>
                    <a:pt x="283" y="25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2861280" y="852840"/>
              <a:ext cx="424800" cy="376560"/>
            </a:xfrm>
            <a:custGeom>
              <a:avLst/>
              <a:gdLst/>
              <a:ahLst/>
              <a:cxnLst/>
              <a:rect l="l" t="t" r="r" b="b"/>
              <a:pathLst>
                <a:path w="1180" h="1046" extrusionOk="0">
                  <a:moveTo>
                    <a:pt x="1180" y="313"/>
                  </a:moveTo>
                  <a:cubicBezTo>
                    <a:pt x="1180" y="140"/>
                    <a:pt x="1040" y="0"/>
                    <a:pt x="867" y="0"/>
                  </a:cubicBezTo>
                  <a:cubicBezTo>
                    <a:pt x="728" y="0"/>
                    <a:pt x="610" y="92"/>
                    <a:pt x="570" y="218"/>
                  </a:cubicBezTo>
                  <a:lnTo>
                    <a:pt x="569" y="218"/>
                  </a:lnTo>
                  <a:lnTo>
                    <a:pt x="548" y="271"/>
                  </a:lnTo>
                  <a:cubicBezTo>
                    <a:pt x="497" y="401"/>
                    <a:pt x="399" y="506"/>
                    <a:pt x="276" y="567"/>
                  </a:cubicBezTo>
                  <a:cubicBezTo>
                    <a:pt x="261" y="575"/>
                    <a:pt x="204" y="586"/>
                    <a:pt x="188" y="592"/>
                  </a:cubicBezTo>
                  <a:lnTo>
                    <a:pt x="188" y="592"/>
                  </a:lnTo>
                  <a:cubicBezTo>
                    <a:pt x="81" y="611"/>
                    <a:pt x="0" y="704"/>
                    <a:pt x="0" y="817"/>
                  </a:cubicBezTo>
                  <a:cubicBezTo>
                    <a:pt x="0" y="943"/>
                    <a:pt x="102" y="1046"/>
                    <a:pt x="229" y="1046"/>
                  </a:cubicBezTo>
                  <a:cubicBezTo>
                    <a:pt x="310" y="1046"/>
                    <a:pt x="381" y="1003"/>
                    <a:pt x="422" y="939"/>
                  </a:cubicBezTo>
                  <a:lnTo>
                    <a:pt x="422" y="939"/>
                  </a:lnTo>
                  <a:lnTo>
                    <a:pt x="479" y="869"/>
                  </a:lnTo>
                  <a:cubicBezTo>
                    <a:pt x="550" y="781"/>
                    <a:pt x="642" y="714"/>
                    <a:pt x="746" y="673"/>
                  </a:cubicBezTo>
                  <a:lnTo>
                    <a:pt x="926" y="620"/>
                  </a:lnTo>
                  <a:cubicBezTo>
                    <a:pt x="946" y="616"/>
                    <a:pt x="966" y="610"/>
                    <a:pt x="984" y="603"/>
                  </a:cubicBezTo>
                  <a:lnTo>
                    <a:pt x="985" y="603"/>
                  </a:lnTo>
                  <a:lnTo>
                    <a:pt x="985" y="603"/>
                  </a:lnTo>
                  <a:cubicBezTo>
                    <a:pt x="1099" y="556"/>
                    <a:pt x="1180" y="444"/>
                    <a:pt x="1180" y="3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3092760" y="879480"/>
              <a:ext cx="166680" cy="166680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68" y="68"/>
                  </a:moveTo>
                  <a:cubicBezTo>
                    <a:pt x="159" y="-22"/>
                    <a:pt x="305" y="-22"/>
                    <a:pt x="396" y="68"/>
                  </a:cubicBezTo>
                  <a:cubicBezTo>
                    <a:pt x="486" y="159"/>
                    <a:pt x="486" y="305"/>
                    <a:pt x="396" y="396"/>
                  </a:cubicBezTo>
                  <a:cubicBezTo>
                    <a:pt x="305" y="486"/>
                    <a:pt x="159" y="486"/>
                    <a:pt x="68" y="396"/>
                  </a:cubicBezTo>
                  <a:cubicBezTo>
                    <a:pt x="-22" y="305"/>
                    <a:pt x="-22" y="159"/>
                    <a:pt x="68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2861280" y="1049400"/>
              <a:ext cx="386640" cy="124920"/>
            </a:xfrm>
            <a:custGeom>
              <a:avLst/>
              <a:gdLst/>
              <a:ahLst/>
              <a:cxnLst/>
              <a:rect l="l" t="t" r="r" b="b"/>
              <a:pathLst>
                <a:path w="1074" h="347" extrusionOk="0">
                  <a:moveTo>
                    <a:pt x="812" y="49"/>
                  </a:moveTo>
                  <a:cubicBezTo>
                    <a:pt x="663" y="17"/>
                    <a:pt x="480" y="214"/>
                    <a:pt x="480" y="214"/>
                  </a:cubicBezTo>
                  <a:lnTo>
                    <a:pt x="7" y="214"/>
                  </a:lnTo>
                  <a:cubicBezTo>
                    <a:pt x="2" y="232"/>
                    <a:pt x="0" y="251"/>
                    <a:pt x="0" y="271"/>
                  </a:cubicBezTo>
                  <a:cubicBezTo>
                    <a:pt x="0" y="298"/>
                    <a:pt x="5" y="323"/>
                    <a:pt x="13" y="347"/>
                  </a:cubicBezTo>
                  <a:lnTo>
                    <a:pt x="466" y="338"/>
                  </a:lnTo>
                  <a:lnTo>
                    <a:pt x="479" y="323"/>
                  </a:lnTo>
                  <a:cubicBezTo>
                    <a:pt x="550" y="235"/>
                    <a:pt x="642" y="168"/>
                    <a:pt x="746" y="127"/>
                  </a:cubicBezTo>
                  <a:lnTo>
                    <a:pt x="926" y="74"/>
                  </a:lnTo>
                  <a:cubicBezTo>
                    <a:pt x="946" y="70"/>
                    <a:pt x="966" y="64"/>
                    <a:pt x="984" y="57"/>
                  </a:cubicBezTo>
                  <a:lnTo>
                    <a:pt x="985" y="57"/>
                  </a:lnTo>
                  <a:lnTo>
                    <a:pt x="985" y="57"/>
                  </a:lnTo>
                  <a:cubicBezTo>
                    <a:pt x="1018" y="43"/>
                    <a:pt x="1048" y="24"/>
                    <a:pt x="1074" y="0"/>
                  </a:cubicBezTo>
                  <a:cubicBezTo>
                    <a:pt x="984" y="57"/>
                    <a:pt x="926" y="74"/>
                    <a:pt x="812" y="49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2852640" y="632880"/>
              <a:ext cx="128520" cy="128880"/>
            </a:xfrm>
            <a:custGeom>
              <a:avLst/>
              <a:gdLst/>
              <a:ahLst/>
              <a:cxnLst/>
              <a:rect l="l" t="t" r="r" b="b"/>
              <a:pathLst>
                <a:path w="357" h="358" extrusionOk="0">
                  <a:moveTo>
                    <a:pt x="52" y="53"/>
                  </a:moveTo>
                  <a:cubicBezTo>
                    <a:pt x="122" y="-17"/>
                    <a:pt x="235" y="-17"/>
                    <a:pt x="305" y="53"/>
                  </a:cubicBezTo>
                  <a:cubicBezTo>
                    <a:pt x="375" y="123"/>
                    <a:pt x="375" y="236"/>
                    <a:pt x="305" y="306"/>
                  </a:cubicBezTo>
                  <a:cubicBezTo>
                    <a:pt x="235" y="375"/>
                    <a:pt x="122" y="375"/>
                    <a:pt x="52" y="306"/>
                  </a:cubicBezTo>
                  <a:cubicBezTo>
                    <a:pt x="-17" y="236"/>
                    <a:pt x="-17" y="123"/>
                    <a:pt x="52" y="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2862720" y="561240"/>
              <a:ext cx="196920" cy="196920"/>
            </a:xfrm>
            <a:custGeom>
              <a:avLst/>
              <a:gdLst/>
              <a:ahLst/>
              <a:cxnLst/>
              <a:rect l="l" t="t" r="r" b="b"/>
              <a:pathLst>
                <a:path w="547" h="547" extrusionOk="0">
                  <a:moveTo>
                    <a:pt x="525" y="243"/>
                  </a:moveTo>
                  <a:lnTo>
                    <a:pt x="262" y="506"/>
                  </a:lnTo>
                  <a:cubicBezTo>
                    <a:pt x="207" y="561"/>
                    <a:pt x="116" y="561"/>
                    <a:pt x="60" y="506"/>
                  </a:cubicBezTo>
                  <a:lnTo>
                    <a:pt x="41" y="487"/>
                  </a:lnTo>
                  <a:cubicBezTo>
                    <a:pt x="-14" y="431"/>
                    <a:pt x="-14" y="340"/>
                    <a:pt x="41" y="285"/>
                  </a:cubicBezTo>
                  <a:lnTo>
                    <a:pt x="304" y="22"/>
                  </a:lnTo>
                  <a:cubicBezTo>
                    <a:pt x="333" y="-7"/>
                    <a:pt x="381" y="-7"/>
                    <a:pt x="410" y="22"/>
                  </a:cubicBezTo>
                  <a:lnTo>
                    <a:pt x="525" y="137"/>
                  </a:lnTo>
                  <a:cubicBezTo>
                    <a:pt x="554" y="166"/>
                    <a:pt x="554" y="214"/>
                    <a:pt x="525" y="2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3016800" y="465480"/>
              <a:ext cx="140400" cy="140760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390" y="103"/>
                  </a:moveTo>
                  <a:lnTo>
                    <a:pt x="102" y="391"/>
                  </a:lnTo>
                  <a:lnTo>
                    <a:pt x="0" y="288"/>
                  </a:lnTo>
                  <a:lnTo>
                    <a:pt x="288" y="0"/>
                  </a:lnTo>
                  <a:lnTo>
                    <a:pt x="390" y="10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3030480" y="488880"/>
              <a:ext cx="102240" cy="104400"/>
            </a:xfrm>
            <a:custGeom>
              <a:avLst/>
              <a:gdLst/>
              <a:ahLst/>
              <a:cxnLst/>
              <a:rect l="l" t="t" r="r" b="b"/>
              <a:pathLst>
                <a:path w="284" h="290" extrusionOk="0">
                  <a:moveTo>
                    <a:pt x="0" y="185"/>
                  </a:moveTo>
                  <a:lnTo>
                    <a:pt x="100" y="290"/>
                  </a:lnTo>
                  <a:lnTo>
                    <a:pt x="284" y="106"/>
                  </a:lnTo>
                  <a:lnTo>
                    <a:pt x="185" y="0"/>
                  </a:lnTo>
                  <a:cubicBezTo>
                    <a:pt x="185" y="0"/>
                    <a:pt x="174" y="29"/>
                    <a:pt x="218" y="86"/>
                  </a:cubicBezTo>
                  <a:cubicBezTo>
                    <a:pt x="233" y="105"/>
                    <a:pt x="117" y="209"/>
                    <a:pt x="103" y="211"/>
                  </a:cubicBezTo>
                  <a:cubicBezTo>
                    <a:pt x="90" y="212"/>
                    <a:pt x="29" y="178"/>
                    <a:pt x="0" y="185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2991240" y="55332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95" y="173"/>
                  </a:moveTo>
                  <a:lnTo>
                    <a:pt x="174" y="194"/>
                  </a:lnTo>
                  <a:cubicBezTo>
                    <a:pt x="150" y="218"/>
                    <a:pt x="112" y="218"/>
                    <a:pt x="88" y="194"/>
                  </a:cubicBezTo>
                  <a:lnTo>
                    <a:pt x="18" y="124"/>
                  </a:lnTo>
                  <a:cubicBezTo>
                    <a:pt x="-6" y="101"/>
                    <a:pt x="-6" y="62"/>
                    <a:pt x="18" y="38"/>
                  </a:cubicBezTo>
                  <a:lnTo>
                    <a:pt x="39" y="17"/>
                  </a:lnTo>
                  <a:cubicBezTo>
                    <a:pt x="63" y="-6"/>
                    <a:pt x="101" y="-6"/>
                    <a:pt x="125" y="17"/>
                  </a:cubicBezTo>
                  <a:lnTo>
                    <a:pt x="195" y="87"/>
                  </a:lnTo>
                  <a:cubicBezTo>
                    <a:pt x="219" y="111"/>
                    <a:pt x="219" y="149"/>
                    <a:pt x="195" y="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3103560" y="341640"/>
              <a:ext cx="180720" cy="180360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42" y="481"/>
                  </a:moveTo>
                  <a:lnTo>
                    <a:pt x="463" y="260"/>
                  </a:lnTo>
                  <a:cubicBezTo>
                    <a:pt x="515" y="208"/>
                    <a:pt x="515" y="123"/>
                    <a:pt x="463" y="71"/>
                  </a:cubicBezTo>
                  <a:lnTo>
                    <a:pt x="431" y="39"/>
                  </a:lnTo>
                  <a:cubicBezTo>
                    <a:pt x="379" y="-13"/>
                    <a:pt x="294" y="-13"/>
                    <a:pt x="242" y="39"/>
                  </a:cubicBezTo>
                  <a:lnTo>
                    <a:pt x="21" y="260"/>
                  </a:lnTo>
                  <a:cubicBezTo>
                    <a:pt x="-6" y="287"/>
                    <a:pt x="-6" y="332"/>
                    <a:pt x="21" y="360"/>
                  </a:cubicBezTo>
                  <a:lnTo>
                    <a:pt x="142" y="481"/>
                  </a:lnTo>
                  <a:cubicBezTo>
                    <a:pt x="170" y="508"/>
                    <a:pt x="215" y="508"/>
                    <a:pt x="242" y="4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3096000" y="45324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74" y="195"/>
                  </a:moveTo>
                  <a:lnTo>
                    <a:pt x="195" y="174"/>
                  </a:lnTo>
                  <a:cubicBezTo>
                    <a:pt x="219" y="150"/>
                    <a:pt x="219" y="111"/>
                    <a:pt x="195" y="88"/>
                  </a:cubicBezTo>
                  <a:lnTo>
                    <a:pt x="125" y="18"/>
                  </a:lnTo>
                  <a:cubicBezTo>
                    <a:pt x="102" y="-6"/>
                    <a:pt x="63" y="-6"/>
                    <a:pt x="39" y="18"/>
                  </a:cubicBezTo>
                  <a:lnTo>
                    <a:pt x="18" y="39"/>
                  </a:lnTo>
                  <a:cubicBezTo>
                    <a:pt x="-5" y="63"/>
                    <a:pt x="-5" y="101"/>
                    <a:pt x="18" y="125"/>
                  </a:cubicBezTo>
                  <a:lnTo>
                    <a:pt x="88" y="195"/>
                  </a:lnTo>
                  <a:cubicBezTo>
                    <a:pt x="112" y="218"/>
                    <a:pt x="150" y="218"/>
                    <a:pt x="174" y="1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3166560" y="341640"/>
              <a:ext cx="138960" cy="138960"/>
            </a:xfrm>
            <a:custGeom>
              <a:avLst/>
              <a:gdLst/>
              <a:ahLst/>
              <a:cxnLst/>
              <a:rect l="l" t="t" r="r" b="b"/>
              <a:pathLst>
                <a:path w="386" h="386" extrusionOk="0">
                  <a:moveTo>
                    <a:pt x="386" y="193"/>
                  </a:moveTo>
                  <a:cubicBezTo>
                    <a:pt x="386" y="299"/>
                    <a:pt x="300" y="386"/>
                    <a:pt x="193" y="386"/>
                  </a:cubicBezTo>
                  <a:cubicBezTo>
                    <a:pt x="87" y="386"/>
                    <a:pt x="0" y="299"/>
                    <a:pt x="0" y="193"/>
                  </a:cubicBezTo>
                  <a:cubicBezTo>
                    <a:pt x="0" y="86"/>
                    <a:pt x="87" y="0"/>
                    <a:pt x="193" y="0"/>
                  </a:cubicBezTo>
                  <a:cubicBezTo>
                    <a:pt x="300" y="0"/>
                    <a:pt x="386" y="86"/>
                    <a:pt x="386" y="1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3001320" y="56340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156" y="156"/>
                  </a:moveTo>
                  <a:lnTo>
                    <a:pt x="167" y="145"/>
                  </a:lnTo>
                  <a:cubicBezTo>
                    <a:pt x="184" y="128"/>
                    <a:pt x="188" y="104"/>
                    <a:pt x="181" y="83"/>
                  </a:cubicBezTo>
                  <a:cubicBezTo>
                    <a:pt x="181" y="83"/>
                    <a:pt x="170" y="128"/>
                    <a:pt x="139" y="112"/>
                  </a:cubicBezTo>
                  <a:cubicBezTo>
                    <a:pt x="125" y="106"/>
                    <a:pt x="0" y="0"/>
                    <a:pt x="0" y="0"/>
                  </a:cubicBezTo>
                  <a:lnTo>
                    <a:pt x="156" y="156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3096000" y="46368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3" y="70"/>
                  </a:moveTo>
                  <a:cubicBezTo>
                    <a:pt x="4" y="69"/>
                    <a:pt x="21" y="50"/>
                    <a:pt x="36" y="47"/>
                  </a:cubicBezTo>
                  <a:cubicBezTo>
                    <a:pt x="50" y="43"/>
                    <a:pt x="184" y="156"/>
                    <a:pt x="184" y="156"/>
                  </a:cubicBezTo>
                  <a:lnTo>
                    <a:pt x="184" y="156"/>
                  </a:lnTo>
                  <a:lnTo>
                    <a:pt x="29" y="0"/>
                  </a:lnTo>
                  <a:lnTo>
                    <a:pt x="18" y="10"/>
                  </a:lnTo>
                  <a:cubicBezTo>
                    <a:pt x="2" y="26"/>
                    <a:pt x="-3" y="49"/>
                    <a:pt x="3" y="7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3172680" y="376560"/>
              <a:ext cx="132840" cy="104040"/>
            </a:xfrm>
            <a:custGeom>
              <a:avLst/>
              <a:gdLst/>
              <a:ahLst/>
              <a:cxnLst/>
              <a:rect l="l" t="t" r="r" b="b"/>
              <a:pathLst>
                <a:path w="369" h="289" extrusionOk="0">
                  <a:moveTo>
                    <a:pt x="344" y="0"/>
                  </a:moveTo>
                  <a:cubicBezTo>
                    <a:pt x="355" y="24"/>
                    <a:pt x="361" y="51"/>
                    <a:pt x="361" y="79"/>
                  </a:cubicBezTo>
                  <a:cubicBezTo>
                    <a:pt x="361" y="186"/>
                    <a:pt x="224" y="276"/>
                    <a:pt x="168" y="272"/>
                  </a:cubicBezTo>
                  <a:cubicBezTo>
                    <a:pt x="96" y="267"/>
                    <a:pt x="34" y="233"/>
                    <a:pt x="0" y="175"/>
                  </a:cubicBezTo>
                  <a:cubicBezTo>
                    <a:pt x="31" y="242"/>
                    <a:pt x="98" y="289"/>
                    <a:pt x="176" y="289"/>
                  </a:cubicBezTo>
                  <a:cubicBezTo>
                    <a:pt x="283" y="289"/>
                    <a:pt x="369" y="202"/>
                    <a:pt x="369" y="96"/>
                  </a:cubicBezTo>
                  <a:cubicBezTo>
                    <a:pt x="369" y="61"/>
                    <a:pt x="360" y="28"/>
                    <a:pt x="344" y="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3231000" y="399240"/>
              <a:ext cx="135000" cy="135360"/>
            </a:xfrm>
            <a:custGeom>
              <a:avLst/>
              <a:gdLst/>
              <a:ahLst/>
              <a:cxnLst/>
              <a:rect l="l" t="t" r="r" b="b"/>
              <a:pathLst>
                <a:path w="375" h="376" extrusionOk="0">
                  <a:moveTo>
                    <a:pt x="375" y="77"/>
                  </a:moveTo>
                  <a:lnTo>
                    <a:pt x="76" y="376"/>
                  </a:lnTo>
                  <a:lnTo>
                    <a:pt x="0" y="299"/>
                  </a:lnTo>
                  <a:lnTo>
                    <a:pt x="299" y="0"/>
                  </a:lnTo>
                  <a:lnTo>
                    <a:pt x="375" y="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2838600" y="1152360"/>
              <a:ext cx="322560" cy="38520"/>
            </a:xfrm>
            <a:custGeom>
              <a:avLst/>
              <a:gdLst/>
              <a:ahLst/>
              <a:cxnLst/>
              <a:rect l="l" t="t" r="r" b="b"/>
              <a:pathLst>
                <a:path w="896" h="107" extrusionOk="0">
                  <a:moveTo>
                    <a:pt x="896" y="0"/>
                  </a:moveTo>
                  <a:lnTo>
                    <a:pt x="0" y="0"/>
                  </a:lnTo>
                  <a:lnTo>
                    <a:pt x="0" y="107"/>
                  </a:lnTo>
                  <a:lnTo>
                    <a:pt x="896" y="107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2905920" y="1087920"/>
              <a:ext cx="64440" cy="64440"/>
            </a:xfrm>
            <a:custGeom>
              <a:avLst/>
              <a:gdLst/>
              <a:ahLst/>
              <a:cxnLst/>
              <a:rect l="l" t="t" r="r" b="b"/>
              <a:pathLst>
                <a:path w="179" h="179" extrusionOk="0">
                  <a:moveTo>
                    <a:pt x="138" y="0"/>
                  </a:moveTo>
                  <a:lnTo>
                    <a:pt x="41" y="0"/>
                  </a:lnTo>
                  <a:cubicBezTo>
                    <a:pt x="18" y="0"/>
                    <a:pt x="0" y="18"/>
                    <a:pt x="0" y="41"/>
                  </a:cubicBezTo>
                  <a:lnTo>
                    <a:pt x="0" y="179"/>
                  </a:lnTo>
                  <a:lnTo>
                    <a:pt x="179" y="179"/>
                  </a:lnTo>
                  <a:lnTo>
                    <a:pt x="179" y="41"/>
                  </a:lnTo>
                  <a:cubicBezTo>
                    <a:pt x="179" y="1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3288960" y="457560"/>
              <a:ext cx="131040" cy="130680"/>
            </a:xfrm>
            <a:custGeom>
              <a:avLst/>
              <a:gdLst/>
              <a:ahLst/>
              <a:cxnLst/>
              <a:rect l="l" t="t" r="r" b="b"/>
              <a:pathLst>
                <a:path w="364" h="363" extrusionOk="0">
                  <a:moveTo>
                    <a:pt x="364" y="99"/>
                  </a:moveTo>
                  <a:lnTo>
                    <a:pt x="219" y="219"/>
                  </a:lnTo>
                  <a:lnTo>
                    <a:pt x="100" y="363"/>
                  </a:lnTo>
                  <a:lnTo>
                    <a:pt x="37" y="326"/>
                  </a:lnTo>
                  <a:lnTo>
                    <a:pt x="0" y="264"/>
                  </a:lnTo>
                  <a:lnTo>
                    <a:pt x="132" y="132"/>
                  </a:lnTo>
                  <a:lnTo>
                    <a:pt x="264" y="0"/>
                  </a:lnTo>
                  <a:lnTo>
                    <a:pt x="327" y="37"/>
                  </a:lnTo>
                  <a:lnTo>
                    <a:pt x="364" y="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3268800" y="437040"/>
              <a:ext cx="99360" cy="9936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34"/>
                  </a:moveTo>
                  <a:lnTo>
                    <a:pt x="34" y="276"/>
                  </a:lnTo>
                  <a:lnTo>
                    <a:pt x="0" y="242"/>
                  </a:lnTo>
                  <a:lnTo>
                    <a:pt x="242" y="0"/>
                  </a:lnTo>
                  <a:lnTo>
                    <a:pt x="276" y="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3295080" y="463680"/>
              <a:ext cx="70560" cy="7056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96" y="33"/>
                  </a:moveTo>
                  <a:lnTo>
                    <a:pt x="34" y="196"/>
                  </a:lnTo>
                  <a:lnTo>
                    <a:pt x="0" y="162"/>
                  </a:lnTo>
                  <a:lnTo>
                    <a:pt x="162" y="0"/>
                  </a:lnTo>
                  <a:lnTo>
                    <a:pt x="196" y="3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5550" rIns="90000" bIns="25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3302640" y="574560"/>
              <a:ext cx="25200" cy="85680"/>
            </a:xfrm>
            <a:custGeom>
              <a:avLst/>
              <a:gdLst/>
              <a:ahLst/>
              <a:cxnLst/>
              <a:rect l="l" t="t" r="r" b="b"/>
              <a:pathLst>
                <a:path w="70" h="238" extrusionOk="0">
                  <a:moveTo>
                    <a:pt x="70" y="0"/>
                  </a:moveTo>
                  <a:lnTo>
                    <a:pt x="0" y="0"/>
                  </a:lnTo>
                  <a:lnTo>
                    <a:pt x="0" y="238"/>
                  </a:lnTo>
                  <a:lnTo>
                    <a:pt x="70" y="23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3301560" y="64116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121" h="121" extrusionOk="0">
                  <a:moveTo>
                    <a:pt x="103" y="17"/>
                  </a:moveTo>
                  <a:cubicBezTo>
                    <a:pt x="127" y="41"/>
                    <a:pt x="127" y="79"/>
                    <a:pt x="103" y="103"/>
                  </a:cubicBezTo>
                  <a:cubicBezTo>
                    <a:pt x="80" y="127"/>
                    <a:pt x="41" y="127"/>
                    <a:pt x="18" y="103"/>
                  </a:cubicBezTo>
                  <a:cubicBezTo>
                    <a:pt x="-6" y="79"/>
                    <a:pt x="-6" y="41"/>
                    <a:pt x="18" y="17"/>
                  </a:cubicBezTo>
                  <a:cubicBezTo>
                    <a:pt x="41" y="-6"/>
                    <a:pt x="80" y="-6"/>
                    <a:pt x="103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3317760" y="531720"/>
              <a:ext cx="87120" cy="163800"/>
            </a:xfrm>
            <a:custGeom>
              <a:avLst/>
              <a:gdLst/>
              <a:ahLst/>
              <a:cxnLst/>
              <a:rect l="l" t="t" r="r" b="b"/>
              <a:pathLst>
                <a:path w="242" h="455" extrusionOk="0">
                  <a:moveTo>
                    <a:pt x="238" y="455"/>
                  </a:moveTo>
                  <a:lnTo>
                    <a:pt x="0" y="402"/>
                  </a:lnTo>
                  <a:lnTo>
                    <a:pt x="120" y="0"/>
                  </a:lnTo>
                  <a:lnTo>
                    <a:pt x="137" y="5"/>
                  </a:lnTo>
                  <a:lnTo>
                    <a:pt x="23" y="388"/>
                  </a:lnTo>
                  <a:lnTo>
                    <a:pt x="242" y="437"/>
                  </a:lnTo>
                  <a:lnTo>
                    <a:pt x="238" y="4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3339720" y="628560"/>
              <a:ext cx="81720" cy="69120"/>
            </a:xfrm>
            <a:custGeom>
              <a:avLst/>
              <a:gdLst/>
              <a:ahLst/>
              <a:cxnLst/>
              <a:rect l="l" t="t" r="r" b="b"/>
              <a:pathLst>
                <a:path w="227" h="192" extrusionOk="0">
                  <a:moveTo>
                    <a:pt x="218" y="180"/>
                  </a:moveTo>
                  <a:lnTo>
                    <a:pt x="216" y="183"/>
                  </a:lnTo>
                  <a:cubicBezTo>
                    <a:pt x="204" y="195"/>
                    <a:pt x="185" y="195"/>
                    <a:pt x="173" y="183"/>
                  </a:cubicBezTo>
                  <a:lnTo>
                    <a:pt x="3" y="88"/>
                  </a:lnTo>
                  <a:cubicBezTo>
                    <a:pt x="-9" y="76"/>
                    <a:pt x="32" y="23"/>
                    <a:pt x="44" y="11"/>
                  </a:cubicBezTo>
                  <a:lnTo>
                    <a:pt x="47" y="9"/>
                  </a:lnTo>
                  <a:cubicBezTo>
                    <a:pt x="58" y="-3"/>
                    <a:pt x="78" y="-3"/>
                    <a:pt x="89" y="9"/>
                  </a:cubicBezTo>
                  <a:lnTo>
                    <a:pt x="218" y="138"/>
                  </a:lnTo>
                  <a:cubicBezTo>
                    <a:pt x="230" y="150"/>
                    <a:pt x="230" y="169"/>
                    <a:pt x="218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4100" rIns="90000" bIns="24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3328200" y="636120"/>
              <a:ext cx="42120" cy="42120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117" y="29"/>
                  </a:moveTo>
                  <a:lnTo>
                    <a:pt x="29" y="117"/>
                  </a:lnTo>
                  <a:lnTo>
                    <a:pt x="0" y="87"/>
                  </a:lnTo>
                  <a:lnTo>
                    <a:pt x="88" y="0"/>
                  </a:lnTo>
                  <a:lnTo>
                    <a:pt x="117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3406320" y="471240"/>
              <a:ext cx="85680" cy="25200"/>
            </a:xfrm>
            <a:custGeom>
              <a:avLst/>
              <a:gdLst/>
              <a:ahLst/>
              <a:cxnLst/>
              <a:rect l="l" t="t" r="r" b="b"/>
              <a:pathLst>
                <a:path w="238" h="70" extrusionOk="0">
                  <a:moveTo>
                    <a:pt x="238" y="70"/>
                  </a:moveTo>
                  <a:lnTo>
                    <a:pt x="0" y="70"/>
                  </a:lnTo>
                  <a:lnTo>
                    <a:pt x="0" y="0"/>
                  </a:lnTo>
                  <a:lnTo>
                    <a:pt x="238" y="0"/>
                  </a:lnTo>
                  <a:lnTo>
                    <a:pt x="238" y="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3472560" y="470160"/>
              <a:ext cx="43200" cy="43560"/>
            </a:xfrm>
            <a:custGeom>
              <a:avLst/>
              <a:gdLst/>
              <a:ahLst/>
              <a:cxnLst/>
              <a:rect l="l" t="t" r="r" b="b"/>
              <a:pathLst>
                <a:path w="120" h="121" extrusionOk="0">
                  <a:moveTo>
                    <a:pt x="18" y="103"/>
                  </a:moveTo>
                  <a:cubicBezTo>
                    <a:pt x="41" y="127"/>
                    <a:pt x="79" y="127"/>
                    <a:pt x="102" y="103"/>
                  </a:cubicBezTo>
                  <a:cubicBezTo>
                    <a:pt x="126" y="79"/>
                    <a:pt x="126" y="41"/>
                    <a:pt x="102" y="17"/>
                  </a:cubicBezTo>
                  <a:cubicBezTo>
                    <a:pt x="79" y="-6"/>
                    <a:pt x="41" y="-6"/>
                    <a:pt x="18" y="17"/>
                  </a:cubicBezTo>
                  <a:cubicBezTo>
                    <a:pt x="-6" y="41"/>
                    <a:pt x="-6" y="79"/>
                    <a:pt x="18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3363120" y="486000"/>
              <a:ext cx="163440" cy="87480"/>
            </a:xfrm>
            <a:custGeom>
              <a:avLst/>
              <a:gdLst/>
              <a:ahLst/>
              <a:cxnLst/>
              <a:rect l="l" t="t" r="r" b="b"/>
              <a:pathLst>
                <a:path w="454" h="243" extrusionOk="0">
                  <a:moveTo>
                    <a:pt x="437" y="243"/>
                  </a:moveTo>
                  <a:lnTo>
                    <a:pt x="388" y="23"/>
                  </a:lnTo>
                  <a:lnTo>
                    <a:pt x="5" y="138"/>
                  </a:lnTo>
                  <a:lnTo>
                    <a:pt x="0" y="121"/>
                  </a:lnTo>
                  <a:lnTo>
                    <a:pt x="401" y="0"/>
                  </a:lnTo>
                  <a:lnTo>
                    <a:pt x="454" y="239"/>
                  </a:lnTo>
                  <a:lnTo>
                    <a:pt x="437" y="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475" rIns="90000" bIns="42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3459960" y="508320"/>
              <a:ext cx="69120" cy="81720"/>
            </a:xfrm>
            <a:custGeom>
              <a:avLst/>
              <a:gdLst/>
              <a:ahLst/>
              <a:cxnLst/>
              <a:rect l="l" t="t" r="r" b="b"/>
              <a:pathLst>
                <a:path w="192" h="227" extrusionOk="0">
                  <a:moveTo>
                    <a:pt x="180" y="218"/>
                  </a:moveTo>
                  <a:lnTo>
                    <a:pt x="183" y="215"/>
                  </a:lnTo>
                  <a:cubicBezTo>
                    <a:pt x="194" y="204"/>
                    <a:pt x="194" y="184"/>
                    <a:pt x="183" y="173"/>
                  </a:cubicBezTo>
                  <a:lnTo>
                    <a:pt x="88" y="2"/>
                  </a:lnTo>
                  <a:cubicBezTo>
                    <a:pt x="77" y="-9"/>
                    <a:pt x="24" y="32"/>
                    <a:pt x="12" y="44"/>
                  </a:cubicBezTo>
                  <a:lnTo>
                    <a:pt x="9" y="46"/>
                  </a:lnTo>
                  <a:cubicBezTo>
                    <a:pt x="-2" y="58"/>
                    <a:pt x="-2" y="77"/>
                    <a:pt x="9" y="89"/>
                  </a:cubicBezTo>
                  <a:lnTo>
                    <a:pt x="137" y="218"/>
                  </a:lnTo>
                  <a:cubicBezTo>
                    <a:pt x="149" y="230"/>
                    <a:pt x="168" y="230"/>
                    <a:pt x="180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3467520" y="496440"/>
              <a:ext cx="41760" cy="42480"/>
            </a:xfrm>
            <a:custGeom>
              <a:avLst/>
              <a:gdLst/>
              <a:ahLst/>
              <a:cxnLst/>
              <a:rect l="l" t="t" r="r" b="b"/>
              <a:pathLst>
                <a:path w="116" h="118" extrusionOk="0">
                  <a:moveTo>
                    <a:pt x="29" y="118"/>
                  </a:moveTo>
                  <a:lnTo>
                    <a:pt x="116" y="30"/>
                  </a:lnTo>
                  <a:lnTo>
                    <a:pt x="87" y="0"/>
                  </a:lnTo>
                  <a:lnTo>
                    <a:pt x="0" y="88"/>
                  </a:lnTo>
                  <a:lnTo>
                    <a:pt x="29" y="1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2725560" y="1190880"/>
              <a:ext cx="549000" cy="164880"/>
            </a:xfrm>
            <a:custGeom>
              <a:avLst/>
              <a:gdLst/>
              <a:ahLst/>
              <a:cxnLst/>
              <a:rect l="l" t="t" r="r" b="b"/>
              <a:pathLst>
                <a:path w="1525" h="458" extrusionOk="0">
                  <a:moveTo>
                    <a:pt x="0" y="458"/>
                  </a:moveTo>
                  <a:lnTo>
                    <a:pt x="1525" y="458"/>
                  </a:lnTo>
                  <a:lnTo>
                    <a:pt x="1355" y="0"/>
                  </a:lnTo>
                  <a:lnTo>
                    <a:pt x="170" y="0"/>
                  </a:lnTo>
                  <a:lnTo>
                    <a:pt x="0" y="4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2749680" y="1200240"/>
              <a:ext cx="59760" cy="144720"/>
            </a:xfrm>
            <a:custGeom>
              <a:avLst/>
              <a:gdLst/>
              <a:ahLst/>
              <a:cxnLst/>
              <a:rect l="l" t="t" r="r" b="b"/>
              <a:pathLst>
                <a:path w="166" h="402" extrusionOk="0">
                  <a:moveTo>
                    <a:pt x="166" y="0"/>
                  </a:moveTo>
                  <a:lnTo>
                    <a:pt x="166" y="402"/>
                  </a:lnTo>
                  <a:lnTo>
                    <a:pt x="0" y="402"/>
                  </a:lnTo>
                  <a:lnTo>
                    <a:pt x="13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3074400" y="120024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323" y="0"/>
                  </a:moveTo>
                  <a:lnTo>
                    <a:pt x="323" y="380"/>
                  </a:lnTo>
                  <a:lnTo>
                    <a:pt x="0" y="402"/>
                  </a:lnTo>
                  <a:lnTo>
                    <a:pt x="488" y="402"/>
                  </a:lnTo>
                  <a:lnTo>
                    <a:pt x="350" y="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2809440" y="120096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488" y="0"/>
                  </a:moveTo>
                  <a:lnTo>
                    <a:pt x="488" y="402"/>
                  </a:lnTo>
                  <a:lnTo>
                    <a:pt x="0" y="400"/>
                  </a:lnTo>
                  <a:lnTo>
                    <a:pt x="329" y="378"/>
                  </a:lnTo>
                  <a:lnTo>
                    <a:pt x="428" y="0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3015000" y="1200960"/>
              <a:ext cx="59400" cy="144720"/>
            </a:xfrm>
            <a:custGeom>
              <a:avLst/>
              <a:gdLst/>
              <a:ahLst/>
              <a:cxnLst/>
              <a:rect l="l" t="t" r="r" b="b"/>
              <a:pathLst>
                <a:path w="165" h="402" extrusionOk="0">
                  <a:moveTo>
                    <a:pt x="0" y="0"/>
                  </a:moveTo>
                  <a:lnTo>
                    <a:pt x="0" y="402"/>
                  </a:lnTo>
                  <a:lnTo>
                    <a:pt x="165" y="400"/>
                  </a:lnTo>
                  <a:lnTo>
                    <a:pt x="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3036600" y="1200240"/>
              <a:ext cx="163800" cy="9720"/>
            </a:xfrm>
            <a:custGeom>
              <a:avLst/>
              <a:gdLst/>
              <a:ahLst/>
              <a:cxnLst/>
              <a:rect l="l" t="t" r="r" b="b"/>
              <a:pathLst>
                <a:path w="455" h="27" extrusionOk="0">
                  <a:moveTo>
                    <a:pt x="455" y="0"/>
                  </a:moveTo>
                  <a:lnTo>
                    <a:pt x="0" y="2"/>
                  </a:lnTo>
                  <a:lnTo>
                    <a:pt x="6" y="27"/>
                  </a:lnTo>
                  <a:lnTo>
                    <a:pt x="428" y="27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2779560" y="1190880"/>
              <a:ext cx="441000" cy="10080"/>
            </a:xfrm>
            <a:custGeom>
              <a:avLst/>
              <a:gdLst/>
              <a:ahLst/>
              <a:cxnLst/>
              <a:rect l="l" t="t" r="r" b="b"/>
              <a:pathLst>
                <a:path w="1225" h="28" extrusionOk="0">
                  <a:moveTo>
                    <a:pt x="1225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225" y="0"/>
                  </a:lnTo>
                  <a:lnTo>
                    <a:pt x="1225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2719800" y="1345680"/>
              <a:ext cx="559080" cy="10080"/>
            </a:xfrm>
            <a:custGeom>
              <a:avLst/>
              <a:gdLst/>
              <a:ahLst/>
              <a:cxnLst/>
              <a:rect l="l" t="t" r="r" b="b"/>
              <a:pathLst>
                <a:path w="1553" h="28" extrusionOk="0">
                  <a:moveTo>
                    <a:pt x="1553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553" y="0"/>
                  </a:lnTo>
                  <a:lnTo>
                    <a:pt x="1553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2800800" y="1200960"/>
              <a:ext cx="184320" cy="9000"/>
            </a:xfrm>
            <a:custGeom>
              <a:avLst/>
              <a:gdLst/>
              <a:ahLst/>
              <a:cxnLst/>
              <a:rect l="l" t="t" r="r" b="b"/>
              <a:pathLst>
                <a:path w="512" h="25" extrusionOk="0">
                  <a:moveTo>
                    <a:pt x="0" y="25"/>
                  </a:moveTo>
                  <a:lnTo>
                    <a:pt x="512" y="25"/>
                  </a:lnTo>
                  <a:lnTo>
                    <a:pt x="512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2961360" y="1200960"/>
              <a:ext cx="77400" cy="9000"/>
            </a:xfrm>
            <a:custGeom>
              <a:avLst/>
              <a:gdLst/>
              <a:ahLst/>
              <a:cxnLst/>
              <a:rect l="l" t="t" r="r" b="b"/>
              <a:pathLst>
                <a:path w="215" h="25" extrusionOk="0">
                  <a:moveTo>
                    <a:pt x="0" y="25"/>
                  </a:moveTo>
                  <a:lnTo>
                    <a:pt x="66" y="6"/>
                  </a:lnTo>
                  <a:lnTo>
                    <a:pt x="149" y="6"/>
                  </a:lnTo>
                  <a:lnTo>
                    <a:pt x="215" y="25"/>
                  </a:lnTo>
                  <a:lnTo>
                    <a:pt x="209" y="0"/>
                  </a:lnTo>
                  <a:lnTo>
                    <a:pt x="6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2782080" y="1200960"/>
              <a:ext cx="27360" cy="9000"/>
            </a:xfrm>
            <a:custGeom>
              <a:avLst/>
              <a:gdLst/>
              <a:ahLst/>
              <a:cxnLst/>
              <a:rect l="l" t="t" r="r" b="b"/>
              <a:pathLst>
                <a:path w="76" h="25" extrusionOk="0">
                  <a:moveTo>
                    <a:pt x="76" y="25"/>
                  </a:moveTo>
                  <a:lnTo>
                    <a:pt x="46" y="6"/>
                  </a:lnTo>
                  <a:lnTo>
                    <a:pt x="0" y="6"/>
                  </a:lnTo>
                  <a:lnTo>
                    <a:pt x="3" y="0"/>
                  </a:lnTo>
                  <a:lnTo>
                    <a:pt x="76" y="0"/>
                  </a:lnTo>
                  <a:lnTo>
                    <a:pt x="76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3190680" y="1200960"/>
              <a:ext cx="27000" cy="9000"/>
            </a:xfrm>
            <a:custGeom>
              <a:avLst/>
              <a:gdLst/>
              <a:ahLst/>
              <a:cxnLst/>
              <a:rect l="l" t="t" r="r" b="b"/>
              <a:pathLst>
                <a:path w="75" h="25" extrusionOk="0">
                  <a:moveTo>
                    <a:pt x="0" y="25"/>
                  </a:moveTo>
                  <a:lnTo>
                    <a:pt x="29" y="6"/>
                  </a:lnTo>
                  <a:lnTo>
                    <a:pt x="75" y="6"/>
                  </a:lnTo>
                  <a:lnTo>
                    <a:pt x="73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28"/>
          <p:cNvGrpSpPr/>
          <p:nvPr/>
        </p:nvGrpSpPr>
        <p:grpSpPr>
          <a:xfrm>
            <a:off x="6466974" y="2341176"/>
            <a:ext cx="1957022" cy="2390018"/>
            <a:chOff x="4064760" y="1572120"/>
            <a:chExt cx="907920" cy="1108800"/>
          </a:xfrm>
        </p:grpSpPr>
        <p:sp>
          <p:nvSpPr>
            <p:cNvPr id="221" name="Google Shape;221;p28"/>
            <p:cNvSpPr/>
            <p:nvPr/>
          </p:nvSpPr>
          <p:spPr>
            <a:xfrm>
              <a:off x="4194360" y="1598760"/>
              <a:ext cx="767520" cy="140400"/>
            </a:xfrm>
            <a:custGeom>
              <a:avLst/>
              <a:gdLst/>
              <a:ahLst/>
              <a:cxnLst/>
              <a:rect l="l" t="t" r="r" b="b"/>
              <a:pathLst>
                <a:path w="2132" h="390" extrusionOk="0">
                  <a:moveTo>
                    <a:pt x="2130" y="390"/>
                  </a:moveTo>
                  <a:lnTo>
                    <a:pt x="2132" y="378"/>
                  </a:lnTo>
                  <a:lnTo>
                    <a:pt x="3" y="0"/>
                  </a:lnTo>
                  <a:lnTo>
                    <a:pt x="0" y="12"/>
                  </a:lnTo>
                  <a:lnTo>
                    <a:pt x="1081" y="390"/>
                  </a:lnTo>
                  <a:lnTo>
                    <a:pt x="1085" y="378"/>
                  </a:lnTo>
                  <a:lnTo>
                    <a:pt x="80" y="26"/>
                  </a:lnTo>
                  <a:lnTo>
                    <a:pt x="2130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2427" y="76"/>
                  </a:moveTo>
                  <a:lnTo>
                    <a:pt x="0" y="76"/>
                  </a:lnTo>
                  <a:lnTo>
                    <a:pt x="0" y="0"/>
                  </a:lnTo>
                  <a:lnTo>
                    <a:pt x="2427" y="0"/>
                  </a:lnTo>
                  <a:lnTo>
                    <a:pt x="2427" y="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0" y="38"/>
                  </a:moveTo>
                  <a:lnTo>
                    <a:pt x="124" y="38"/>
                  </a:lnTo>
                  <a:lnTo>
                    <a:pt x="280" y="0"/>
                  </a:lnTo>
                  <a:lnTo>
                    <a:pt x="315" y="38"/>
                  </a:lnTo>
                  <a:lnTo>
                    <a:pt x="2427" y="38"/>
                  </a:lnTo>
                  <a:lnTo>
                    <a:pt x="2427" y="76"/>
                  </a:lnTo>
                  <a:lnTo>
                    <a:pt x="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8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0" y="2777"/>
                  </a:moveTo>
                  <a:lnTo>
                    <a:pt x="155" y="2777"/>
                  </a:lnTo>
                  <a:lnTo>
                    <a:pt x="155" y="0"/>
                  </a:lnTo>
                  <a:lnTo>
                    <a:pt x="0" y="0"/>
                  </a:lnTo>
                  <a:lnTo>
                    <a:pt x="0" y="27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8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44" y="0"/>
                  </a:moveTo>
                  <a:lnTo>
                    <a:pt x="0" y="0"/>
                  </a:lnTo>
                  <a:lnTo>
                    <a:pt x="0" y="2777"/>
                  </a:lnTo>
                  <a:lnTo>
                    <a:pt x="155" y="2777"/>
                  </a:lnTo>
                  <a:cubicBezTo>
                    <a:pt x="155" y="2777"/>
                    <a:pt x="44" y="2752"/>
                    <a:pt x="44" y="260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4064760" y="2588400"/>
              <a:ext cx="368280" cy="92520"/>
            </a:xfrm>
            <a:custGeom>
              <a:avLst/>
              <a:gdLst/>
              <a:ahLst/>
              <a:cxnLst/>
              <a:rect l="l" t="t" r="r" b="b"/>
              <a:pathLst>
                <a:path w="1023" h="257" extrusionOk="0">
                  <a:moveTo>
                    <a:pt x="0" y="257"/>
                  </a:moveTo>
                  <a:lnTo>
                    <a:pt x="1023" y="257"/>
                  </a:lnTo>
                  <a:lnTo>
                    <a:pt x="858" y="41"/>
                  </a:lnTo>
                  <a:cubicBezTo>
                    <a:pt x="838" y="16"/>
                    <a:pt x="808" y="0"/>
                    <a:pt x="775" y="0"/>
                  </a:cubicBezTo>
                  <a:lnTo>
                    <a:pt x="105" y="0"/>
                  </a:lnTo>
                  <a:cubicBezTo>
                    <a:pt x="47" y="0"/>
                    <a:pt x="0" y="47"/>
                    <a:pt x="0" y="105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4132440" y="1572120"/>
              <a:ext cx="78840" cy="26640"/>
            </a:xfrm>
            <a:custGeom>
              <a:avLst/>
              <a:gdLst/>
              <a:ahLst/>
              <a:cxnLst/>
              <a:rect l="l" t="t" r="r" b="b"/>
              <a:pathLst>
                <a:path w="219" h="74" extrusionOk="0">
                  <a:moveTo>
                    <a:pt x="37" y="74"/>
                  </a:moveTo>
                  <a:lnTo>
                    <a:pt x="181" y="74"/>
                  </a:lnTo>
                  <a:cubicBezTo>
                    <a:pt x="202" y="74"/>
                    <a:pt x="219" y="57"/>
                    <a:pt x="219" y="36"/>
                  </a:cubicBezTo>
                  <a:cubicBezTo>
                    <a:pt x="219" y="16"/>
                    <a:pt x="202" y="0"/>
                    <a:pt x="181" y="0"/>
                  </a:cubicBezTo>
                  <a:lnTo>
                    <a:pt x="37" y="0"/>
                  </a:lnTo>
                  <a:cubicBezTo>
                    <a:pt x="17" y="0"/>
                    <a:pt x="0" y="16"/>
                    <a:pt x="0" y="36"/>
                  </a:cubicBezTo>
                  <a:cubicBezTo>
                    <a:pt x="0" y="57"/>
                    <a:pt x="17" y="74"/>
                    <a:pt x="37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4694040" y="1793880"/>
              <a:ext cx="40680" cy="57960"/>
            </a:xfrm>
            <a:custGeom>
              <a:avLst/>
              <a:gdLst/>
              <a:ahLst/>
              <a:cxnLst/>
              <a:rect l="l" t="t" r="r" b="b"/>
              <a:pathLst>
                <a:path w="113" h="161" extrusionOk="0">
                  <a:moveTo>
                    <a:pt x="0" y="161"/>
                  </a:moveTo>
                  <a:lnTo>
                    <a:pt x="113" y="161"/>
                  </a:lnTo>
                  <a:lnTo>
                    <a:pt x="113" y="0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950" rIns="90000" bIns="12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0" y="945"/>
                  </a:moveTo>
                  <a:lnTo>
                    <a:pt x="303" y="945"/>
                  </a:lnTo>
                  <a:lnTo>
                    <a:pt x="303" y="0"/>
                  </a:lnTo>
                  <a:lnTo>
                    <a:pt x="0" y="0"/>
                  </a:lnTo>
                  <a:lnTo>
                    <a:pt x="0" y="9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4676400" y="2192040"/>
              <a:ext cx="75960" cy="28800"/>
            </a:xfrm>
            <a:custGeom>
              <a:avLst/>
              <a:gdLst/>
              <a:ahLst/>
              <a:cxnLst/>
              <a:rect l="l" t="t" r="r" b="b"/>
              <a:pathLst>
                <a:path w="211" h="80" extrusionOk="0">
                  <a:moveTo>
                    <a:pt x="0" y="80"/>
                  </a:moveTo>
                  <a:lnTo>
                    <a:pt x="211" y="80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4529520" y="2246760"/>
              <a:ext cx="370080" cy="15840"/>
            </a:xfrm>
            <a:custGeom>
              <a:avLst/>
              <a:gdLst/>
              <a:ahLst/>
              <a:cxnLst/>
              <a:rect l="l" t="t" r="r" b="b"/>
              <a:pathLst>
                <a:path w="1028" h="44" extrusionOk="0">
                  <a:moveTo>
                    <a:pt x="0" y="44"/>
                  </a:moveTo>
                  <a:lnTo>
                    <a:pt x="1028" y="44"/>
                  </a:lnTo>
                  <a:lnTo>
                    <a:pt x="1028" y="0"/>
                  </a:lnTo>
                  <a:lnTo>
                    <a:pt x="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4693680" y="2220840"/>
              <a:ext cx="41760" cy="25920"/>
            </a:xfrm>
            <a:custGeom>
              <a:avLst/>
              <a:gdLst/>
              <a:ahLst/>
              <a:cxnLst/>
              <a:rect l="l" t="t" r="r" b="b"/>
              <a:pathLst>
                <a:path w="116" h="72" extrusionOk="0">
                  <a:moveTo>
                    <a:pt x="0" y="72"/>
                  </a:moveTo>
                  <a:lnTo>
                    <a:pt x="116" y="72"/>
                  </a:lnTo>
                  <a:lnTo>
                    <a:pt x="116" y="0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485892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488736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4904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4850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450108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452952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454644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4492440" y="2290680"/>
              <a:ext cx="32400" cy="9720"/>
            </a:xfrm>
            <a:custGeom>
              <a:avLst/>
              <a:gdLst/>
              <a:ahLst/>
              <a:cxnLst/>
              <a:rect l="l" t="t" r="r" b="b"/>
              <a:pathLst>
                <a:path w="90" h="27" extrusionOk="0">
                  <a:moveTo>
                    <a:pt x="0" y="27"/>
                  </a:moveTo>
                  <a:lnTo>
                    <a:pt x="90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303" y="0"/>
                  </a:moveTo>
                  <a:lnTo>
                    <a:pt x="46" y="64"/>
                  </a:lnTo>
                  <a:lnTo>
                    <a:pt x="46" y="869"/>
                  </a:lnTo>
                  <a:lnTo>
                    <a:pt x="303" y="945"/>
                  </a:lnTo>
                  <a:lnTo>
                    <a:pt x="0" y="945"/>
                  </a:lnTo>
                  <a:lnTo>
                    <a:pt x="0" y="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450216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493" y="277"/>
                  </a:moveTo>
                  <a:cubicBezTo>
                    <a:pt x="603" y="277"/>
                    <a:pt x="606" y="197"/>
                    <a:pt x="606" y="196"/>
                  </a:cubicBezTo>
                  <a:lnTo>
                    <a:pt x="573" y="195"/>
                  </a:lnTo>
                  <a:cubicBezTo>
                    <a:pt x="572" y="200"/>
                    <a:pt x="568" y="243"/>
                    <a:pt x="493" y="243"/>
                  </a:cubicBezTo>
                  <a:cubicBezTo>
                    <a:pt x="458" y="243"/>
                    <a:pt x="421" y="198"/>
                    <a:pt x="381" y="151"/>
                  </a:cubicBezTo>
                  <a:cubicBezTo>
                    <a:pt x="324" y="83"/>
                    <a:pt x="261" y="6"/>
                    <a:pt x="168" y="0"/>
                  </a:cubicBezTo>
                  <a:cubicBezTo>
                    <a:pt x="128" y="-3"/>
                    <a:pt x="94" y="9"/>
                    <a:pt x="67" y="35"/>
                  </a:cubicBezTo>
                  <a:cubicBezTo>
                    <a:pt x="-2" y="100"/>
                    <a:pt x="0" y="233"/>
                    <a:pt x="0" y="238"/>
                  </a:cubicBezTo>
                  <a:lnTo>
                    <a:pt x="34" y="238"/>
                  </a:lnTo>
                  <a:cubicBezTo>
                    <a:pt x="34" y="236"/>
                    <a:pt x="32" y="114"/>
                    <a:pt x="90" y="59"/>
                  </a:cubicBezTo>
                  <a:cubicBezTo>
                    <a:pt x="110" y="40"/>
                    <a:pt x="135" y="31"/>
                    <a:pt x="166" y="34"/>
                  </a:cubicBezTo>
                  <a:cubicBezTo>
                    <a:pt x="244" y="39"/>
                    <a:pt x="303" y="110"/>
                    <a:pt x="355" y="172"/>
                  </a:cubicBezTo>
                  <a:cubicBezTo>
                    <a:pt x="402" y="228"/>
                    <a:pt x="443" y="277"/>
                    <a:pt x="493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470808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114" y="277"/>
                  </a:moveTo>
                  <a:cubicBezTo>
                    <a:pt x="164" y="277"/>
                    <a:pt x="204" y="228"/>
                    <a:pt x="252" y="172"/>
                  </a:cubicBezTo>
                  <a:cubicBezTo>
                    <a:pt x="304" y="110"/>
                    <a:pt x="363" y="39"/>
                    <a:pt x="441" y="34"/>
                  </a:cubicBezTo>
                  <a:cubicBezTo>
                    <a:pt x="471" y="31"/>
                    <a:pt x="496" y="40"/>
                    <a:pt x="517" y="59"/>
                  </a:cubicBezTo>
                  <a:cubicBezTo>
                    <a:pt x="574" y="114"/>
                    <a:pt x="572" y="236"/>
                    <a:pt x="572" y="238"/>
                  </a:cubicBezTo>
                  <a:lnTo>
                    <a:pt x="606" y="238"/>
                  </a:lnTo>
                  <a:cubicBezTo>
                    <a:pt x="606" y="233"/>
                    <a:pt x="608" y="100"/>
                    <a:pt x="540" y="35"/>
                  </a:cubicBezTo>
                  <a:cubicBezTo>
                    <a:pt x="513" y="9"/>
                    <a:pt x="479" y="-3"/>
                    <a:pt x="439" y="0"/>
                  </a:cubicBezTo>
                  <a:cubicBezTo>
                    <a:pt x="346" y="6"/>
                    <a:pt x="282" y="83"/>
                    <a:pt x="226" y="150"/>
                  </a:cubicBezTo>
                  <a:cubicBezTo>
                    <a:pt x="186" y="198"/>
                    <a:pt x="148" y="243"/>
                    <a:pt x="114" y="243"/>
                  </a:cubicBezTo>
                  <a:cubicBezTo>
                    <a:pt x="39" y="243"/>
                    <a:pt x="34" y="200"/>
                    <a:pt x="34" y="195"/>
                  </a:cubicBezTo>
                  <a:lnTo>
                    <a:pt x="0" y="196"/>
                  </a:lnTo>
                  <a:cubicBezTo>
                    <a:pt x="0" y="197"/>
                    <a:pt x="4" y="277"/>
                    <a:pt x="114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470808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8"/>
            <p:cNvSpPr/>
            <p:nvPr/>
          </p:nvSpPr>
          <p:spPr>
            <a:xfrm>
              <a:off x="4100400" y="1743840"/>
              <a:ext cx="620280" cy="219240"/>
            </a:xfrm>
            <a:custGeom>
              <a:avLst/>
              <a:gdLst/>
              <a:ahLst/>
              <a:cxnLst/>
              <a:rect l="l" t="t" r="r" b="b"/>
              <a:pathLst>
                <a:path w="1723" h="609" extrusionOk="0">
                  <a:moveTo>
                    <a:pt x="1326" y="228"/>
                  </a:moveTo>
                  <a:cubicBezTo>
                    <a:pt x="1326" y="259"/>
                    <a:pt x="1329" y="293"/>
                    <a:pt x="1334" y="328"/>
                  </a:cubicBezTo>
                  <a:cubicBezTo>
                    <a:pt x="1348" y="279"/>
                    <a:pt x="1355" y="232"/>
                    <a:pt x="1355" y="194"/>
                  </a:cubicBezTo>
                  <a:cubicBezTo>
                    <a:pt x="1355" y="170"/>
                    <a:pt x="1352" y="158"/>
                    <a:pt x="1350" y="151"/>
                  </a:cubicBezTo>
                  <a:cubicBezTo>
                    <a:pt x="1348" y="146"/>
                    <a:pt x="1346" y="143"/>
                    <a:pt x="1344" y="143"/>
                  </a:cubicBezTo>
                  <a:cubicBezTo>
                    <a:pt x="1339" y="143"/>
                    <a:pt x="1326" y="163"/>
                    <a:pt x="1326" y="228"/>
                  </a:cubicBezTo>
                  <a:moveTo>
                    <a:pt x="971" y="153"/>
                  </a:moveTo>
                  <a:cubicBezTo>
                    <a:pt x="965" y="168"/>
                    <a:pt x="962" y="190"/>
                    <a:pt x="962" y="217"/>
                  </a:cubicBezTo>
                  <a:cubicBezTo>
                    <a:pt x="962" y="257"/>
                    <a:pt x="968" y="303"/>
                    <a:pt x="979" y="349"/>
                  </a:cubicBezTo>
                  <a:cubicBezTo>
                    <a:pt x="997" y="296"/>
                    <a:pt x="1007" y="243"/>
                    <a:pt x="1007" y="202"/>
                  </a:cubicBezTo>
                  <a:cubicBezTo>
                    <a:pt x="1007" y="180"/>
                    <a:pt x="1004" y="162"/>
                    <a:pt x="999" y="150"/>
                  </a:cubicBezTo>
                  <a:cubicBezTo>
                    <a:pt x="992" y="137"/>
                    <a:pt x="986" y="137"/>
                    <a:pt x="983" y="137"/>
                  </a:cubicBezTo>
                  <a:cubicBezTo>
                    <a:pt x="977" y="137"/>
                    <a:pt x="972" y="149"/>
                    <a:pt x="971" y="153"/>
                  </a:cubicBezTo>
                  <a:moveTo>
                    <a:pt x="601" y="376"/>
                  </a:moveTo>
                  <a:lnTo>
                    <a:pt x="601" y="376"/>
                  </a:lnTo>
                  <a:cubicBezTo>
                    <a:pt x="610" y="354"/>
                    <a:pt x="616" y="333"/>
                    <a:pt x="620" y="317"/>
                  </a:cubicBezTo>
                  <a:cubicBezTo>
                    <a:pt x="645" y="219"/>
                    <a:pt x="633" y="145"/>
                    <a:pt x="622" y="139"/>
                  </a:cubicBezTo>
                  <a:cubicBezTo>
                    <a:pt x="604" y="145"/>
                    <a:pt x="579" y="251"/>
                    <a:pt x="601" y="376"/>
                  </a:cubicBezTo>
                  <a:moveTo>
                    <a:pt x="601" y="494"/>
                  </a:moveTo>
                  <a:cubicBezTo>
                    <a:pt x="597" y="486"/>
                    <a:pt x="594" y="477"/>
                    <a:pt x="591" y="468"/>
                  </a:cubicBezTo>
                  <a:cubicBezTo>
                    <a:pt x="546" y="535"/>
                    <a:pt x="469" y="605"/>
                    <a:pt x="341" y="605"/>
                  </a:cubicBezTo>
                  <a:cubicBezTo>
                    <a:pt x="340" y="605"/>
                    <a:pt x="338" y="605"/>
                    <a:pt x="337" y="605"/>
                  </a:cubicBezTo>
                  <a:cubicBezTo>
                    <a:pt x="120" y="602"/>
                    <a:pt x="0" y="472"/>
                    <a:pt x="0" y="238"/>
                  </a:cubicBezTo>
                  <a:cubicBezTo>
                    <a:pt x="0" y="30"/>
                    <a:pt x="116" y="1"/>
                    <a:pt x="121" y="0"/>
                  </a:cubicBezTo>
                  <a:lnTo>
                    <a:pt x="121" y="36"/>
                  </a:lnTo>
                  <a:cubicBezTo>
                    <a:pt x="117" y="37"/>
                    <a:pt x="34" y="59"/>
                    <a:pt x="34" y="238"/>
                  </a:cubicBezTo>
                  <a:cubicBezTo>
                    <a:pt x="34" y="388"/>
                    <a:pt x="86" y="568"/>
                    <a:pt x="337" y="571"/>
                  </a:cubicBezTo>
                  <a:cubicBezTo>
                    <a:pt x="339" y="571"/>
                    <a:pt x="340" y="571"/>
                    <a:pt x="341" y="571"/>
                  </a:cubicBezTo>
                  <a:cubicBezTo>
                    <a:pt x="465" y="571"/>
                    <a:pt x="536" y="498"/>
                    <a:pt x="577" y="426"/>
                  </a:cubicBezTo>
                  <a:cubicBezTo>
                    <a:pt x="565" y="381"/>
                    <a:pt x="559" y="330"/>
                    <a:pt x="559" y="278"/>
                  </a:cubicBezTo>
                  <a:cubicBezTo>
                    <a:pt x="559" y="198"/>
                    <a:pt x="575" y="105"/>
                    <a:pt x="621" y="105"/>
                  </a:cubicBezTo>
                  <a:cubicBezTo>
                    <a:pt x="629" y="105"/>
                    <a:pt x="643" y="108"/>
                    <a:pt x="653" y="126"/>
                  </a:cubicBezTo>
                  <a:cubicBezTo>
                    <a:pt x="679" y="172"/>
                    <a:pt x="675" y="312"/>
                    <a:pt x="613" y="430"/>
                  </a:cubicBezTo>
                  <a:cubicBezTo>
                    <a:pt x="633" y="499"/>
                    <a:pt x="675" y="575"/>
                    <a:pt x="760" y="575"/>
                  </a:cubicBezTo>
                  <a:cubicBezTo>
                    <a:pt x="847" y="575"/>
                    <a:pt x="916" y="494"/>
                    <a:pt x="959" y="400"/>
                  </a:cubicBezTo>
                  <a:cubicBezTo>
                    <a:pt x="939" y="336"/>
                    <a:pt x="929" y="269"/>
                    <a:pt x="929" y="217"/>
                  </a:cubicBezTo>
                  <a:cubicBezTo>
                    <a:pt x="929" y="185"/>
                    <a:pt x="932" y="160"/>
                    <a:pt x="939" y="141"/>
                  </a:cubicBezTo>
                  <a:cubicBezTo>
                    <a:pt x="951" y="108"/>
                    <a:pt x="971" y="103"/>
                    <a:pt x="983" y="103"/>
                  </a:cubicBezTo>
                  <a:cubicBezTo>
                    <a:pt x="1003" y="103"/>
                    <a:pt x="1019" y="115"/>
                    <a:pt x="1029" y="136"/>
                  </a:cubicBezTo>
                  <a:cubicBezTo>
                    <a:pt x="1037" y="152"/>
                    <a:pt x="1041" y="175"/>
                    <a:pt x="1041" y="202"/>
                  </a:cubicBezTo>
                  <a:cubicBezTo>
                    <a:pt x="1041" y="258"/>
                    <a:pt x="1025" y="333"/>
                    <a:pt x="994" y="402"/>
                  </a:cubicBezTo>
                  <a:cubicBezTo>
                    <a:pt x="1026" y="496"/>
                    <a:pt x="1079" y="575"/>
                    <a:pt x="1145" y="575"/>
                  </a:cubicBezTo>
                  <a:cubicBezTo>
                    <a:pt x="1216" y="575"/>
                    <a:pt x="1275" y="491"/>
                    <a:pt x="1312" y="395"/>
                  </a:cubicBezTo>
                  <a:cubicBezTo>
                    <a:pt x="1299" y="335"/>
                    <a:pt x="1293" y="274"/>
                    <a:pt x="1293" y="228"/>
                  </a:cubicBezTo>
                  <a:cubicBezTo>
                    <a:pt x="1293" y="149"/>
                    <a:pt x="1310" y="109"/>
                    <a:pt x="1344" y="109"/>
                  </a:cubicBezTo>
                  <a:cubicBezTo>
                    <a:pt x="1354" y="109"/>
                    <a:pt x="1371" y="113"/>
                    <a:pt x="1381" y="139"/>
                  </a:cubicBezTo>
                  <a:cubicBezTo>
                    <a:pt x="1386" y="152"/>
                    <a:pt x="1389" y="171"/>
                    <a:pt x="1389" y="194"/>
                  </a:cubicBezTo>
                  <a:cubicBezTo>
                    <a:pt x="1389" y="250"/>
                    <a:pt x="1374" y="326"/>
                    <a:pt x="1348" y="398"/>
                  </a:cubicBezTo>
                  <a:cubicBezTo>
                    <a:pt x="1352" y="418"/>
                    <a:pt x="1358" y="438"/>
                    <a:pt x="1364" y="456"/>
                  </a:cubicBezTo>
                  <a:cubicBezTo>
                    <a:pt x="1387" y="529"/>
                    <a:pt x="1418" y="575"/>
                    <a:pt x="1445" y="575"/>
                  </a:cubicBezTo>
                  <a:cubicBezTo>
                    <a:pt x="1487" y="575"/>
                    <a:pt x="1513" y="487"/>
                    <a:pt x="1513" y="345"/>
                  </a:cubicBezTo>
                  <a:cubicBezTo>
                    <a:pt x="1513" y="157"/>
                    <a:pt x="1590" y="69"/>
                    <a:pt x="1642" y="69"/>
                  </a:cubicBezTo>
                  <a:cubicBezTo>
                    <a:pt x="1694" y="69"/>
                    <a:pt x="1718" y="116"/>
                    <a:pt x="1723" y="139"/>
                  </a:cubicBezTo>
                  <a:lnTo>
                    <a:pt x="1688" y="139"/>
                  </a:lnTo>
                  <a:cubicBezTo>
                    <a:pt x="1688" y="137"/>
                    <a:pt x="1680" y="103"/>
                    <a:pt x="1642" y="103"/>
                  </a:cubicBezTo>
                  <a:cubicBezTo>
                    <a:pt x="1615" y="103"/>
                    <a:pt x="1547" y="175"/>
                    <a:pt x="1547" y="345"/>
                  </a:cubicBezTo>
                  <a:cubicBezTo>
                    <a:pt x="1547" y="465"/>
                    <a:pt x="1529" y="609"/>
                    <a:pt x="1445" y="609"/>
                  </a:cubicBezTo>
                  <a:cubicBezTo>
                    <a:pt x="1392" y="609"/>
                    <a:pt x="1352" y="536"/>
                    <a:pt x="1326" y="448"/>
                  </a:cubicBezTo>
                  <a:cubicBezTo>
                    <a:pt x="1284" y="537"/>
                    <a:pt x="1222" y="609"/>
                    <a:pt x="1145" y="609"/>
                  </a:cubicBezTo>
                  <a:cubicBezTo>
                    <a:pt x="1067" y="609"/>
                    <a:pt x="1010" y="535"/>
                    <a:pt x="974" y="444"/>
                  </a:cubicBezTo>
                  <a:cubicBezTo>
                    <a:pt x="926" y="535"/>
                    <a:pt x="852" y="609"/>
                    <a:pt x="760" y="609"/>
                  </a:cubicBezTo>
                  <a:cubicBezTo>
                    <a:pt x="692" y="609"/>
                    <a:pt x="637" y="569"/>
                    <a:pt x="601" y="4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457812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444780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8"/>
            <p:cNvSpPr/>
            <p:nvPr/>
          </p:nvSpPr>
          <p:spPr>
            <a:xfrm>
              <a:off x="431784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4445280" y="2300400"/>
              <a:ext cx="527400" cy="207360"/>
            </a:xfrm>
            <a:custGeom>
              <a:avLst/>
              <a:gdLst/>
              <a:ahLst/>
              <a:cxnLst/>
              <a:rect l="l" t="t" r="r" b="b"/>
              <a:pathLst>
                <a:path w="1465" h="576" extrusionOk="0">
                  <a:moveTo>
                    <a:pt x="1465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1465" y="0"/>
                  </a:lnTo>
                  <a:lnTo>
                    <a:pt x="1465" y="5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4476240" y="2325240"/>
              <a:ext cx="121680" cy="5040"/>
            </a:xfrm>
            <a:custGeom>
              <a:avLst/>
              <a:gdLst/>
              <a:ahLst/>
              <a:cxnLst/>
              <a:rect l="l" t="t" r="r" b="b"/>
              <a:pathLst>
                <a:path w="338" h="14" extrusionOk="0">
                  <a:moveTo>
                    <a:pt x="338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8" y="0"/>
                  </a:lnTo>
                  <a:lnTo>
                    <a:pt x="338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4827240" y="2325240"/>
              <a:ext cx="122040" cy="5040"/>
            </a:xfrm>
            <a:custGeom>
              <a:avLst/>
              <a:gdLst/>
              <a:ahLst/>
              <a:cxnLst/>
              <a:rect l="l" t="t" r="r" b="b"/>
              <a:pathLst>
                <a:path w="339" h="14" extrusionOk="0">
                  <a:moveTo>
                    <a:pt x="339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8"/>
            <p:cNvSpPr/>
            <p:nvPr/>
          </p:nvSpPr>
          <p:spPr>
            <a:xfrm>
              <a:off x="4827240" y="2339280"/>
              <a:ext cx="80280" cy="4680"/>
            </a:xfrm>
            <a:custGeom>
              <a:avLst/>
              <a:gdLst/>
              <a:ahLst/>
              <a:cxnLst/>
              <a:rect l="l" t="t" r="r" b="b"/>
              <a:pathLst>
                <a:path w="223" h="13" extrusionOk="0">
                  <a:moveTo>
                    <a:pt x="2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23" y="0"/>
                  </a:lnTo>
                  <a:lnTo>
                    <a:pt x="2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4827240" y="235440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4895640" y="2379240"/>
              <a:ext cx="42120" cy="18720"/>
            </a:xfrm>
            <a:custGeom>
              <a:avLst/>
              <a:gdLst/>
              <a:ahLst/>
              <a:cxnLst/>
              <a:rect l="l" t="t" r="r" b="b"/>
              <a:pathLst>
                <a:path w="117" h="52" extrusionOk="0">
                  <a:moveTo>
                    <a:pt x="12" y="52"/>
                  </a:moveTo>
                  <a:lnTo>
                    <a:pt x="105" y="52"/>
                  </a:lnTo>
                  <a:cubicBezTo>
                    <a:pt x="112" y="52"/>
                    <a:pt x="117" y="46"/>
                    <a:pt x="117" y="39"/>
                  </a:cubicBezTo>
                  <a:lnTo>
                    <a:pt x="117" y="13"/>
                  </a:lnTo>
                  <a:cubicBezTo>
                    <a:pt x="117" y="6"/>
                    <a:pt x="112" y="0"/>
                    <a:pt x="105" y="0"/>
                  </a:cubicBezTo>
                  <a:lnTo>
                    <a:pt x="12" y="0"/>
                  </a:lnTo>
                  <a:cubicBezTo>
                    <a:pt x="5" y="0"/>
                    <a:pt x="0" y="6"/>
                    <a:pt x="0" y="13"/>
                  </a:cubicBezTo>
                  <a:lnTo>
                    <a:pt x="0" y="39"/>
                  </a:lnTo>
                  <a:cubicBezTo>
                    <a:pt x="0" y="46"/>
                    <a:pt x="5" y="52"/>
                    <a:pt x="12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4537080" y="2473920"/>
              <a:ext cx="122040" cy="4680"/>
            </a:xfrm>
            <a:custGeom>
              <a:avLst/>
              <a:gdLst/>
              <a:ahLst/>
              <a:cxnLst/>
              <a:rect l="l" t="t" r="r" b="b"/>
              <a:pathLst>
                <a:path w="339" h="13" extrusionOk="0">
                  <a:moveTo>
                    <a:pt x="339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4537080" y="246384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8"/>
            <p:cNvSpPr/>
            <p:nvPr/>
          </p:nvSpPr>
          <p:spPr>
            <a:xfrm>
              <a:off x="4476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4503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4476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4503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 txBox="1">
            <a:spLocks noGrp="1"/>
          </p:cNvSpPr>
          <p:nvPr>
            <p:ph type="title" idx="9"/>
          </p:nvPr>
        </p:nvSpPr>
        <p:spPr>
          <a:xfrm>
            <a:off x="720010" y="1082144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75" name="Google Shape;275;p30"/>
          <p:cNvSpPr txBox="1">
            <a:spLocks noGrp="1"/>
          </p:cNvSpPr>
          <p:nvPr>
            <p:ph type="title" idx="13"/>
          </p:nvPr>
        </p:nvSpPr>
        <p:spPr>
          <a:xfrm>
            <a:off x="719995" y="2288595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76" name="Google Shape;276;p30"/>
          <p:cNvSpPr txBox="1">
            <a:spLocks noGrp="1"/>
          </p:cNvSpPr>
          <p:nvPr>
            <p:ph type="title" idx="14"/>
          </p:nvPr>
        </p:nvSpPr>
        <p:spPr>
          <a:xfrm>
            <a:off x="5720390" y="1103133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77" name="Google Shape;277;p30"/>
          <p:cNvSpPr txBox="1">
            <a:spLocks noGrp="1"/>
          </p:cNvSpPr>
          <p:nvPr>
            <p:ph type="title" idx="15"/>
          </p:nvPr>
        </p:nvSpPr>
        <p:spPr>
          <a:xfrm>
            <a:off x="5720390" y="2255705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79" name="Google Shape;279;p30"/>
          <p:cNvSpPr txBox="1">
            <a:spLocks noGrp="1"/>
          </p:cNvSpPr>
          <p:nvPr>
            <p:ph type="title" idx="6"/>
          </p:nvPr>
        </p:nvSpPr>
        <p:spPr>
          <a:xfrm>
            <a:off x="5699020" y="3397123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</a:t>
            </a:r>
            <a:r>
              <a:rPr lang="en-GB" dirty="0"/>
              <a:t>h</a:t>
            </a:r>
            <a:r>
              <a:rPr lang="en" dirty="0"/>
              <a:t>allenges associated with the implementation of Cobots </a:t>
            </a:r>
            <a:endParaRPr dirty="0"/>
          </a:p>
        </p:txBody>
      </p:sp>
      <p:sp>
        <p:nvSpPr>
          <p:cNvPr id="280" name="Google Shape;280;p30"/>
          <p:cNvSpPr txBox="1">
            <a:spLocks noGrp="1"/>
          </p:cNvSpPr>
          <p:nvPr>
            <p:ph type="title" idx="5"/>
          </p:nvPr>
        </p:nvSpPr>
        <p:spPr>
          <a:xfrm>
            <a:off x="708763" y="271201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Applications of Cobots</a:t>
            </a:r>
            <a:endParaRPr dirty="0"/>
          </a:p>
        </p:txBody>
      </p:sp>
      <p:sp>
        <p:nvSpPr>
          <p:cNvPr id="281" name="Google Shape;28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282" name="Google Shape;282;p30"/>
          <p:cNvSpPr txBox="1">
            <a:spLocks noGrp="1"/>
          </p:cNvSpPr>
          <p:nvPr>
            <p:ph type="title" idx="2"/>
          </p:nvPr>
        </p:nvSpPr>
        <p:spPr>
          <a:xfrm>
            <a:off x="754250" y="1600118"/>
            <a:ext cx="3091092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Cobots and their function</a:t>
            </a:r>
            <a:endParaRPr dirty="0"/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 idx="3"/>
          </p:nvPr>
        </p:nvSpPr>
        <p:spPr>
          <a:xfrm>
            <a:off x="5693510" y="1706265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Opportunities Cobot’s present</a:t>
            </a:r>
            <a:endParaRPr dirty="0"/>
          </a:p>
        </p:txBody>
      </p:sp>
      <p:grpSp>
        <p:nvGrpSpPr>
          <p:cNvPr id="287" name="Google Shape;287;p30"/>
          <p:cNvGrpSpPr/>
          <p:nvPr/>
        </p:nvGrpSpPr>
        <p:grpSpPr>
          <a:xfrm>
            <a:off x="3423595" y="1442241"/>
            <a:ext cx="2002601" cy="3264933"/>
            <a:chOff x="6814080" y="309240"/>
            <a:chExt cx="641880" cy="1046520"/>
          </a:xfrm>
        </p:grpSpPr>
        <p:sp>
          <p:nvSpPr>
            <p:cNvPr id="288" name="Google Shape;288;p30"/>
            <p:cNvSpPr/>
            <p:nvPr/>
          </p:nvSpPr>
          <p:spPr>
            <a:xfrm>
              <a:off x="6996600" y="1144440"/>
              <a:ext cx="181080" cy="39240"/>
            </a:xfrm>
            <a:custGeom>
              <a:avLst/>
              <a:gdLst/>
              <a:ahLst/>
              <a:cxnLst/>
              <a:rect l="l" t="t" r="r" b="b"/>
              <a:pathLst>
                <a:path w="503" h="109" extrusionOk="0">
                  <a:moveTo>
                    <a:pt x="0" y="109"/>
                  </a:moveTo>
                  <a:lnTo>
                    <a:pt x="503" y="109"/>
                  </a:lnTo>
                  <a:lnTo>
                    <a:pt x="503" y="0"/>
                  </a:lnTo>
                  <a:lnTo>
                    <a:pt x="0" y="0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6890040" y="332640"/>
              <a:ext cx="499320" cy="640080"/>
            </a:xfrm>
            <a:custGeom>
              <a:avLst/>
              <a:gdLst/>
              <a:ahLst/>
              <a:cxnLst/>
              <a:rect l="l" t="t" r="r" b="b"/>
              <a:pathLst>
                <a:path w="1387" h="1778" extrusionOk="0">
                  <a:moveTo>
                    <a:pt x="750" y="1778"/>
                  </a:moveTo>
                  <a:cubicBezTo>
                    <a:pt x="730" y="1774"/>
                    <a:pt x="268" y="1688"/>
                    <a:pt x="98" y="1439"/>
                  </a:cubicBezTo>
                  <a:cubicBezTo>
                    <a:pt x="-73" y="1190"/>
                    <a:pt x="30" y="809"/>
                    <a:pt x="34" y="793"/>
                  </a:cubicBezTo>
                  <a:lnTo>
                    <a:pt x="36" y="784"/>
                  </a:lnTo>
                  <a:lnTo>
                    <a:pt x="46" y="783"/>
                  </a:lnTo>
                  <a:cubicBezTo>
                    <a:pt x="50" y="783"/>
                    <a:pt x="478" y="742"/>
                    <a:pt x="646" y="610"/>
                  </a:cubicBezTo>
                  <a:cubicBezTo>
                    <a:pt x="739" y="537"/>
                    <a:pt x="801" y="385"/>
                    <a:pt x="857" y="251"/>
                  </a:cubicBezTo>
                  <a:cubicBezTo>
                    <a:pt x="909" y="125"/>
                    <a:pt x="950" y="25"/>
                    <a:pt x="1008" y="9"/>
                  </a:cubicBezTo>
                  <a:cubicBezTo>
                    <a:pt x="1131" y="-24"/>
                    <a:pt x="1251" y="34"/>
                    <a:pt x="1328" y="165"/>
                  </a:cubicBezTo>
                  <a:cubicBezTo>
                    <a:pt x="1408" y="301"/>
                    <a:pt x="1383" y="470"/>
                    <a:pt x="1382" y="477"/>
                  </a:cubicBezTo>
                  <a:lnTo>
                    <a:pt x="1356" y="473"/>
                  </a:lnTo>
                  <a:cubicBezTo>
                    <a:pt x="1356" y="471"/>
                    <a:pt x="1380" y="306"/>
                    <a:pt x="1305" y="178"/>
                  </a:cubicBezTo>
                  <a:cubicBezTo>
                    <a:pt x="1234" y="58"/>
                    <a:pt x="1126" y="5"/>
                    <a:pt x="1015" y="35"/>
                  </a:cubicBezTo>
                  <a:cubicBezTo>
                    <a:pt x="970" y="47"/>
                    <a:pt x="927" y="151"/>
                    <a:pt x="881" y="261"/>
                  </a:cubicBezTo>
                  <a:cubicBezTo>
                    <a:pt x="824" y="398"/>
                    <a:pt x="760" y="553"/>
                    <a:pt x="662" y="631"/>
                  </a:cubicBezTo>
                  <a:cubicBezTo>
                    <a:pt x="500" y="758"/>
                    <a:pt x="123" y="802"/>
                    <a:pt x="57" y="809"/>
                  </a:cubicBezTo>
                  <a:cubicBezTo>
                    <a:pt x="43" y="867"/>
                    <a:pt x="-30" y="1205"/>
                    <a:pt x="119" y="1424"/>
                  </a:cubicBezTo>
                  <a:cubicBezTo>
                    <a:pt x="283" y="1664"/>
                    <a:pt x="750" y="1751"/>
                    <a:pt x="755" y="1752"/>
                  </a:cubicBezTo>
                  <a:lnTo>
                    <a:pt x="750" y="17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6834600" y="569880"/>
              <a:ext cx="435240" cy="480960"/>
            </a:xfrm>
            <a:custGeom>
              <a:avLst/>
              <a:gdLst/>
              <a:ahLst/>
              <a:cxnLst/>
              <a:rect l="l" t="t" r="r" b="b"/>
              <a:pathLst>
                <a:path w="1209" h="1336" extrusionOk="0">
                  <a:moveTo>
                    <a:pt x="1112" y="1318"/>
                  </a:moveTo>
                  <a:cubicBezTo>
                    <a:pt x="1073" y="1335"/>
                    <a:pt x="1013" y="1349"/>
                    <a:pt x="953" y="1317"/>
                  </a:cubicBezTo>
                  <a:cubicBezTo>
                    <a:pt x="851" y="1264"/>
                    <a:pt x="731" y="1029"/>
                    <a:pt x="695" y="973"/>
                  </a:cubicBezTo>
                  <a:cubicBezTo>
                    <a:pt x="658" y="917"/>
                    <a:pt x="264" y="471"/>
                    <a:pt x="229" y="427"/>
                  </a:cubicBezTo>
                  <a:cubicBezTo>
                    <a:pt x="195" y="382"/>
                    <a:pt x="40" y="307"/>
                    <a:pt x="6" y="175"/>
                  </a:cubicBezTo>
                  <a:cubicBezTo>
                    <a:pt x="-13" y="97"/>
                    <a:pt x="18" y="54"/>
                    <a:pt x="36" y="36"/>
                  </a:cubicBezTo>
                  <a:lnTo>
                    <a:pt x="36" y="35"/>
                  </a:lnTo>
                  <a:cubicBezTo>
                    <a:pt x="36" y="35"/>
                    <a:pt x="88" y="-26"/>
                    <a:pt x="188" y="13"/>
                  </a:cubicBezTo>
                  <a:cubicBezTo>
                    <a:pt x="315" y="64"/>
                    <a:pt x="369" y="227"/>
                    <a:pt x="409" y="267"/>
                  </a:cubicBezTo>
                  <a:cubicBezTo>
                    <a:pt x="449" y="307"/>
                    <a:pt x="840" y="756"/>
                    <a:pt x="891" y="799"/>
                  </a:cubicBezTo>
                  <a:cubicBezTo>
                    <a:pt x="941" y="843"/>
                    <a:pt x="1159" y="991"/>
                    <a:pt x="1199" y="1100"/>
                  </a:cubicBezTo>
                  <a:cubicBezTo>
                    <a:pt x="1224" y="1169"/>
                    <a:pt x="1197" y="1230"/>
                    <a:pt x="1174" y="1266"/>
                  </a:cubicBezTo>
                  <a:cubicBezTo>
                    <a:pt x="1167" y="1277"/>
                    <a:pt x="1127" y="1312"/>
                    <a:pt x="1112" y="13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6973200" y="928080"/>
              <a:ext cx="318600" cy="173160"/>
            </a:xfrm>
            <a:custGeom>
              <a:avLst/>
              <a:gdLst/>
              <a:ahLst/>
              <a:cxnLst/>
              <a:rect l="l" t="t" r="r" b="b"/>
              <a:pathLst>
                <a:path w="885" h="481" extrusionOk="0">
                  <a:moveTo>
                    <a:pt x="120" y="481"/>
                  </a:moveTo>
                  <a:lnTo>
                    <a:pt x="721" y="481"/>
                  </a:lnTo>
                  <a:lnTo>
                    <a:pt x="868" y="206"/>
                  </a:lnTo>
                  <a:cubicBezTo>
                    <a:pt x="918" y="112"/>
                    <a:pt x="850" y="0"/>
                    <a:pt x="744" y="0"/>
                  </a:cubicBezTo>
                  <a:lnTo>
                    <a:pt x="120" y="0"/>
                  </a:lnTo>
                  <a:cubicBezTo>
                    <a:pt x="54" y="0"/>
                    <a:pt x="0" y="53"/>
                    <a:pt x="0" y="120"/>
                  </a:cubicBezTo>
                  <a:lnTo>
                    <a:pt x="0" y="361"/>
                  </a:lnTo>
                  <a:cubicBezTo>
                    <a:pt x="0" y="428"/>
                    <a:pt x="54" y="481"/>
                    <a:pt x="120" y="4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6985080" y="1101240"/>
              <a:ext cx="247680" cy="43200"/>
            </a:xfrm>
            <a:custGeom>
              <a:avLst/>
              <a:gdLst/>
              <a:ahLst/>
              <a:cxnLst/>
              <a:rect l="l" t="t" r="r" b="b"/>
              <a:pathLst>
                <a:path w="688" h="120" extrusionOk="0">
                  <a:moveTo>
                    <a:pt x="688" y="0"/>
                  </a:moveTo>
                  <a:lnTo>
                    <a:pt x="638" y="96"/>
                  </a:lnTo>
                  <a:cubicBezTo>
                    <a:pt x="631" y="111"/>
                    <a:pt x="616" y="120"/>
                    <a:pt x="599" y="120"/>
                  </a:cubicBezTo>
                  <a:lnTo>
                    <a:pt x="37" y="120"/>
                  </a:lnTo>
                  <a:cubicBezTo>
                    <a:pt x="20" y="120"/>
                    <a:pt x="5" y="107"/>
                    <a:pt x="3" y="90"/>
                  </a:cubicBezTo>
                  <a:lnTo>
                    <a:pt x="0" y="63"/>
                  </a:lnTo>
                  <a:cubicBezTo>
                    <a:pt x="-4" y="30"/>
                    <a:pt x="22" y="0"/>
                    <a:pt x="56" y="0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6963480" y="340560"/>
              <a:ext cx="301320" cy="242640"/>
            </a:xfrm>
            <a:custGeom>
              <a:avLst/>
              <a:gdLst/>
              <a:ahLst/>
              <a:cxnLst/>
              <a:rect l="l" t="t" r="r" b="b"/>
              <a:pathLst>
                <a:path w="837" h="674" extrusionOk="0">
                  <a:moveTo>
                    <a:pt x="116" y="674"/>
                  </a:moveTo>
                  <a:lnTo>
                    <a:pt x="837" y="165"/>
                  </a:lnTo>
                  <a:lnTo>
                    <a:pt x="720" y="0"/>
                  </a:lnTo>
                  <a:lnTo>
                    <a:pt x="0" y="509"/>
                  </a:lnTo>
                  <a:lnTo>
                    <a:pt x="116" y="6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6900480" y="674640"/>
              <a:ext cx="340560" cy="253440"/>
            </a:xfrm>
            <a:custGeom>
              <a:avLst/>
              <a:gdLst/>
              <a:ahLst/>
              <a:cxnLst/>
              <a:rect l="l" t="t" r="r" b="b"/>
              <a:pathLst>
                <a:path w="946" h="704" extrusionOk="0">
                  <a:moveTo>
                    <a:pt x="248" y="0"/>
                  </a:moveTo>
                  <a:cubicBezTo>
                    <a:pt x="248" y="0"/>
                    <a:pt x="223" y="82"/>
                    <a:pt x="192" y="114"/>
                  </a:cubicBezTo>
                  <a:cubicBezTo>
                    <a:pt x="160" y="145"/>
                    <a:pt x="136" y="171"/>
                    <a:pt x="192" y="233"/>
                  </a:cubicBezTo>
                  <a:cubicBezTo>
                    <a:pt x="248" y="294"/>
                    <a:pt x="578" y="662"/>
                    <a:pt x="593" y="666"/>
                  </a:cubicBezTo>
                  <a:cubicBezTo>
                    <a:pt x="608" y="669"/>
                    <a:pt x="946" y="704"/>
                    <a:pt x="946" y="704"/>
                  </a:cubicBezTo>
                  <a:lnTo>
                    <a:pt x="525" y="704"/>
                  </a:lnTo>
                  <a:lnTo>
                    <a:pt x="0" y="7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7014600" y="356760"/>
              <a:ext cx="221760" cy="190440"/>
            </a:xfrm>
            <a:custGeom>
              <a:avLst/>
              <a:gdLst/>
              <a:ahLst/>
              <a:cxnLst/>
              <a:rect l="l" t="t" r="r" b="b"/>
              <a:pathLst>
                <a:path w="616" h="529" extrusionOk="0">
                  <a:moveTo>
                    <a:pt x="0" y="357"/>
                  </a:moveTo>
                  <a:cubicBezTo>
                    <a:pt x="0" y="357"/>
                    <a:pt x="66" y="339"/>
                    <a:pt x="118" y="386"/>
                  </a:cubicBezTo>
                  <a:cubicBezTo>
                    <a:pt x="171" y="433"/>
                    <a:pt x="207" y="428"/>
                    <a:pt x="227" y="417"/>
                  </a:cubicBezTo>
                  <a:cubicBezTo>
                    <a:pt x="243" y="408"/>
                    <a:pt x="448" y="259"/>
                    <a:pt x="539" y="192"/>
                  </a:cubicBezTo>
                  <a:cubicBezTo>
                    <a:pt x="561" y="176"/>
                    <a:pt x="464" y="98"/>
                    <a:pt x="505" y="7"/>
                  </a:cubicBezTo>
                  <a:cubicBezTo>
                    <a:pt x="525" y="-40"/>
                    <a:pt x="616" y="176"/>
                    <a:pt x="616" y="176"/>
                  </a:cubicBezTo>
                  <a:lnTo>
                    <a:pt x="117" y="529"/>
                  </a:lnTo>
                  <a:lnTo>
                    <a:pt x="0" y="35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6814080" y="483120"/>
              <a:ext cx="243360" cy="232920"/>
            </a:xfrm>
            <a:custGeom>
              <a:avLst/>
              <a:gdLst/>
              <a:ahLst/>
              <a:cxnLst/>
              <a:rect l="l" t="t" r="r" b="b"/>
              <a:pathLst>
                <a:path w="676" h="647" extrusionOk="0">
                  <a:moveTo>
                    <a:pt x="145" y="159"/>
                  </a:moveTo>
                  <a:lnTo>
                    <a:pt x="443" y="16"/>
                  </a:lnTo>
                  <a:cubicBezTo>
                    <a:pt x="524" y="-23"/>
                    <a:pt x="621" y="11"/>
                    <a:pt x="659" y="92"/>
                  </a:cubicBezTo>
                  <a:cubicBezTo>
                    <a:pt x="681" y="137"/>
                    <a:pt x="680" y="187"/>
                    <a:pt x="661" y="229"/>
                  </a:cubicBezTo>
                  <a:lnTo>
                    <a:pt x="661" y="229"/>
                  </a:lnTo>
                  <a:lnTo>
                    <a:pt x="661" y="229"/>
                  </a:lnTo>
                  <a:cubicBezTo>
                    <a:pt x="654" y="243"/>
                    <a:pt x="646" y="256"/>
                    <a:pt x="636" y="267"/>
                  </a:cubicBezTo>
                  <a:lnTo>
                    <a:pt x="492" y="491"/>
                  </a:lnTo>
                  <a:lnTo>
                    <a:pt x="492" y="491"/>
                  </a:lnTo>
                  <a:cubicBezTo>
                    <a:pt x="468" y="546"/>
                    <a:pt x="425" y="594"/>
                    <a:pt x="367" y="622"/>
                  </a:cubicBezTo>
                  <a:cubicBezTo>
                    <a:pt x="239" y="683"/>
                    <a:pt x="86" y="629"/>
                    <a:pt x="25" y="501"/>
                  </a:cubicBezTo>
                  <a:cubicBezTo>
                    <a:pt x="-37" y="373"/>
                    <a:pt x="17" y="220"/>
                    <a:pt x="145" y="1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7254000" y="378720"/>
              <a:ext cx="64440" cy="60120"/>
            </a:xfrm>
            <a:custGeom>
              <a:avLst/>
              <a:gdLst/>
              <a:ahLst/>
              <a:cxnLst/>
              <a:rect l="l" t="t" r="r" b="b"/>
              <a:pathLst>
                <a:path w="179" h="167" extrusionOk="0">
                  <a:moveTo>
                    <a:pt x="179" y="78"/>
                  </a:moveTo>
                  <a:lnTo>
                    <a:pt x="57" y="167"/>
                  </a:lnTo>
                  <a:lnTo>
                    <a:pt x="0" y="89"/>
                  </a:lnTo>
                  <a:lnTo>
                    <a:pt x="122" y="0"/>
                  </a:lnTo>
                  <a:lnTo>
                    <a:pt x="179" y="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15100" rIns="90000" bIns="15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7262280" y="388440"/>
              <a:ext cx="42480" cy="50400"/>
            </a:xfrm>
            <a:custGeom>
              <a:avLst/>
              <a:gdLst/>
              <a:ahLst/>
              <a:cxnLst/>
              <a:rect l="l" t="t" r="r" b="b"/>
              <a:pathLst>
                <a:path w="118" h="140" extrusionOk="0">
                  <a:moveTo>
                    <a:pt x="0" y="93"/>
                  </a:moveTo>
                  <a:lnTo>
                    <a:pt x="118" y="0"/>
                  </a:lnTo>
                  <a:cubicBezTo>
                    <a:pt x="118" y="0"/>
                    <a:pt x="118" y="28"/>
                    <a:pt x="94" y="60"/>
                  </a:cubicBezTo>
                  <a:cubicBezTo>
                    <a:pt x="75" y="83"/>
                    <a:pt x="69" y="84"/>
                    <a:pt x="66" y="95"/>
                  </a:cubicBezTo>
                  <a:cubicBezTo>
                    <a:pt x="64" y="106"/>
                    <a:pt x="69" y="114"/>
                    <a:pt x="69" y="114"/>
                  </a:cubicBezTo>
                  <a:lnTo>
                    <a:pt x="34" y="140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5400" rIns="90000" bIns="5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7195680" y="309240"/>
              <a:ext cx="113760" cy="113400"/>
            </a:xfrm>
            <a:custGeom>
              <a:avLst/>
              <a:gdLst/>
              <a:ahLst/>
              <a:cxnLst/>
              <a:rect l="l" t="t" r="r" b="b"/>
              <a:pathLst>
                <a:path w="316" h="315" extrusionOk="0">
                  <a:moveTo>
                    <a:pt x="307" y="105"/>
                  </a:moveTo>
                  <a:cubicBezTo>
                    <a:pt x="336" y="187"/>
                    <a:pt x="293" y="277"/>
                    <a:pt x="211" y="306"/>
                  </a:cubicBezTo>
                  <a:cubicBezTo>
                    <a:pt x="129" y="335"/>
                    <a:pt x="38" y="292"/>
                    <a:pt x="9" y="210"/>
                  </a:cubicBezTo>
                  <a:cubicBezTo>
                    <a:pt x="-20" y="128"/>
                    <a:pt x="24" y="38"/>
                    <a:pt x="106" y="9"/>
                  </a:cubicBezTo>
                  <a:cubicBezTo>
                    <a:pt x="188" y="-19"/>
                    <a:pt x="278" y="23"/>
                    <a:pt x="307" y="1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7195680" y="968040"/>
              <a:ext cx="48240" cy="47880"/>
            </a:xfrm>
            <a:custGeom>
              <a:avLst/>
              <a:gdLst/>
              <a:ahLst/>
              <a:cxnLst/>
              <a:rect l="l" t="t" r="r" b="b"/>
              <a:pathLst>
                <a:path w="134" h="133" extrusionOk="0">
                  <a:moveTo>
                    <a:pt x="134" y="66"/>
                  </a:moveTo>
                  <a:cubicBezTo>
                    <a:pt x="134" y="103"/>
                    <a:pt x="104" y="133"/>
                    <a:pt x="67" y="133"/>
                  </a:cubicBezTo>
                  <a:cubicBezTo>
                    <a:pt x="30" y="133"/>
                    <a:pt x="0" y="103"/>
                    <a:pt x="0" y="66"/>
                  </a:cubicBezTo>
                  <a:cubicBezTo>
                    <a:pt x="0" y="30"/>
                    <a:pt x="30" y="0"/>
                    <a:pt x="67" y="0"/>
                  </a:cubicBezTo>
                  <a:cubicBezTo>
                    <a:pt x="104" y="0"/>
                    <a:pt x="134" y="30"/>
                    <a:pt x="134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875" rIns="90000" bIns="2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7282440" y="412560"/>
              <a:ext cx="85320" cy="99000"/>
            </a:xfrm>
            <a:custGeom>
              <a:avLst/>
              <a:gdLst/>
              <a:ahLst/>
              <a:cxnLst/>
              <a:rect l="l" t="t" r="r" b="b"/>
              <a:pathLst>
                <a:path w="237" h="275" extrusionOk="0">
                  <a:moveTo>
                    <a:pt x="237" y="217"/>
                  </a:moveTo>
                  <a:lnTo>
                    <a:pt x="158" y="275"/>
                  </a:lnTo>
                  <a:lnTo>
                    <a:pt x="0" y="57"/>
                  </a:lnTo>
                  <a:lnTo>
                    <a:pt x="78" y="0"/>
                  </a:lnTo>
                  <a:lnTo>
                    <a:pt x="237" y="2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7331760" y="485280"/>
              <a:ext cx="64080" cy="59760"/>
            </a:xfrm>
            <a:custGeom>
              <a:avLst/>
              <a:gdLst/>
              <a:ahLst/>
              <a:cxnLst/>
              <a:rect l="l" t="t" r="r" b="b"/>
              <a:pathLst>
                <a:path w="178" h="166" extrusionOk="0">
                  <a:moveTo>
                    <a:pt x="178" y="78"/>
                  </a:moveTo>
                  <a:lnTo>
                    <a:pt x="57" y="166"/>
                  </a:lnTo>
                  <a:lnTo>
                    <a:pt x="0" y="88"/>
                  </a:lnTo>
                  <a:lnTo>
                    <a:pt x="121" y="0"/>
                  </a:lnTo>
                  <a:lnTo>
                    <a:pt x="178" y="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4750" rIns="90000" bIns="147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7355160" y="515160"/>
              <a:ext cx="55800" cy="52200"/>
            </a:xfrm>
            <a:custGeom>
              <a:avLst/>
              <a:gdLst/>
              <a:ahLst/>
              <a:cxnLst/>
              <a:rect l="l" t="t" r="r" b="b"/>
              <a:pathLst>
                <a:path w="155" h="145" extrusionOk="0">
                  <a:moveTo>
                    <a:pt x="155" y="68"/>
                  </a:moveTo>
                  <a:lnTo>
                    <a:pt x="49" y="145"/>
                  </a:lnTo>
                  <a:lnTo>
                    <a:pt x="0" y="77"/>
                  </a:lnTo>
                  <a:lnTo>
                    <a:pt x="105" y="0"/>
                  </a:lnTo>
                  <a:lnTo>
                    <a:pt x="155" y="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7200" rIns="90000" bIns="7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7408080" y="722160"/>
              <a:ext cx="16920" cy="23760"/>
            </a:xfrm>
            <a:custGeom>
              <a:avLst/>
              <a:gdLst/>
              <a:ahLst/>
              <a:cxnLst/>
              <a:rect l="l" t="t" r="r" b="b"/>
              <a:pathLst>
                <a:path w="47" h="66" extrusionOk="0">
                  <a:moveTo>
                    <a:pt x="0" y="56"/>
                  </a:moveTo>
                  <a:lnTo>
                    <a:pt x="24" y="66"/>
                  </a:lnTo>
                  <a:lnTo>
                    <a:pt x="47" y="10"/>
                  </a:lnTo>
                  <a:lnTo>
                    <a:pt x="23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7401600" y="569520"/>
              <a:ext cx="54360" cy="147960"/>
            </a:xfrm>
            <a:custGeom>
              <a:avLst/>
              <a:gdLst/>
              <a:ahLst/>
              <a:cxnLst/>
              <a:rect l="l" t="t" r="r" b="b"/>
              <a:pathLst>
                <a:path w="151" h="411" extrusionOk="0">
                  <a:moveTo>
                    <a:pt x="77" y="411"/>
                  </a:moveTo>
                  <a:lnTo>
                    <a:pt x="50" y="399"/>
                  </a:lnTo>
                  <a:lnTo>
                    <a:pt x="117" y="240"/>
                  </a:lnTo>
                  <a:cubicBezTo>
                    <a:pt x="127" y="216"/>
                    <a:pt x="123" y="188"/>
                    <a:pt x="108" y="166"/>
                  </a:cubicBezTo>
                  <a:lnTo>
                    <a:pt x="0" y="17"/>
                  </a:lnTo>
                  <a:lnTo>
                    <a:pt x="23" y="0"/>
                  </a:lnTo>
                  <a:lnTo>
                    <a:pt x="132" y="149"/>
                  </a:lnTo>
                  <a:cubicBezTo>
                    <a:pt x="153" y="179"/>
                    <a:pt x="157" y="218"/>
                    <a:pt x="143" y="251"/>
                  </a:cubicBezTo>
                  <a:lnTo>
                    <a:pt x="77" y="4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7413480" y="686520"/>
              <a:ext cx="28800" cy="40320"/>
            </a:xfrm>
            <a:custGeom>
              <a:avLst/>
              <a:gdLst/>
              <a:ahLst/>
              <a:cxnLst/>
              <a:rect l="l" t="t" r="r" b="b"/>
              <a:pathLst>
                <a:path w="80" h="112" extrusionOk="0">
                  <a:moveTo>
                    <a:pt x="0" y="96"/>
                  </a:moveTo>
                  <a:lnTo>
                    <a:pt x="40" y="112"/>
                  </a:lnTo>
                  <a:lnTo>
                    <a:pt x="80" y="17"/>
                  </a:lnTo>
                  <a:lnTo>
                    <a:pt x="40" y="0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7282440" y="412560"/>
              <a:ext cx="85320" cy="99000"/>
            </a:xfrm>
            <a:custGeom>
              <a:avLst/>
              <a:gdLst/>
              <a:ahLst/>
              <a:cxnLst/>
              <a:rect l="l" t="t" r="r" b="b"/>
              <a:pathLst>
                <a:path w="237" h="275" extrusionOk="0">
                  <a:moveTo>
                    <a:pt x="0" y="57"/>
                  </a:moveTo>
                  <a:lnTo>
                    <a:pt x="158" y="275"/>
                  </a:lnTo>
                  <a:lnTo>
                    <a:pt x="237" y="217"/>
                  </a:lnTo>
                  <a:cubicBezTo>
                    <a:pt x="237" y="217"/>
                    <a:pt x="174" y="250"/>
                    <a:pt x="162" y="236"/>
                  </a:cubicBezTo>
                  <a:cubicBezTo>
                    <a:pt x="150" y="223"/>
                    <a:pt x="31" y="65"/>
                    <a:pt x="32" y="57"/>
                  </a:cubicBezTo>
                  <a:cubicBezTo>
                    <a:pt x="33" y="50"/>
                    <a:pt x="78" y="0"/>
                    <a:pt x="7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7379640" y="544680"/>
              <a:ext cx="47880" cy="50040"/>
            </a:xfrm>
            <a:custGeom>
              <a:avLst/>
              <a:gdLst/>
              <a:ahLst/>
              <a:cxnLst/>
              <a:rect l="l" t="t" r="r" b="b"/>
              <a:pathLst>
                <a:path w="133" h="139" extrusionOk="0">
                  <a:moveTo>
                    <a:pt x="133" y="90"/>
                  </a:moveTo>
                  <a:lnTo>
                    <a:pt x="66" y="139"/>
                  </a:lnTo>
                  <a:lnTo>
                    <a:pt x="0" y="49"/>
                  </a:lnTo>
                  <a:lnTo>
                    <a:pt x="68" y="0"/>
                  </a:lnTo>
                  <a:lnTo>
                    <a:pt x="133" y="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5025" rIns="90000" bIns="5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6941520" y="1183680"/>
              <a:ext cx="282240" cy="172080"/>
            </a:xfrm>
            <a:custGeom>
              <a:avLst/>
              <a:gdLst/>
              <a:ahLst/>
              <a:cxnLst/>
              <a:rect l="l" t="t" r="r" b="b"/>
              <a:pathLst>
                <a:path w="784" h="478" extrusionOk="0">
                  <a:moveTo>
                    <a:pt x="0" y="478"/>
                  </a:moveTo>
                  <a:lnTo>
                    <a:pt x="784" y="478"/>
                  </a:lnTo>
                  <a:lnTo>
                    <a:pt x="696" y="0"/>
                  </a:lnTo>
                  <a:lnTo>
                    <a:pt x="88" y="0"/>
                  </a:lnTo>
                  <a:lnTo>
                    <a:pt x="0" y="4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6954120" y="1193400"/>
              <a:ext cx="30600" cy="151200"/>
            </a:xfrm>
            <a:custGeom>
              <a:avLst/>
              <a:gdLst/>
              <a:ahLst/>
              <a:cxnLst/>
              <a:rect l="l" t="t" r="r" b="b"/>
              <a:pathLst>
                <a:path w="85" h="420" extrusionOk="0">
                  <a:moveTo>
                    <a:pt x="85" y="0"/>
                  </a:moveTo>
                  <a:lnTo>
                    <a:pt x="85" y="420"/>
                  </a:lnTo>
                  <a:lnTo>
                    <a:pt x="0" y="420"/>
                  </a:lnTo>
                  <a:lnTo>
                    <a:pt x="71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7180560" y="1193400"/>
              <a:ext cx="30600" cy="151200"/>
            </a:xfrm>
            <a:custGeom>
              <a:avLst/>
              <a:gdLst/>
              <a:ahLst/>
              <a:cxnLst/>
              <a:rect l="l" t="t" r="r" b="b"/>
              <a:pathLst>
                <a:path w="85" h="420" extrusionOk="0">
                  <a:moveTo>
                    <a:pt x="0" y="0"/>
                  </a:moveTo>
                  <a:lnTo>
                    <a:pt x="0" y="420"/>
                  </a:lnTo>
                  <a:lnTo>
                    <a:pt x="85" y="420"/>
                  </a:lnTo>
                  <a:lnTo>
                    <a:pt x="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7051680" y="1194120"/>
              <a:ext cx="24120" cy="151200"/>
            </a:xfrm>
            <a:custGeom>
              <a:avLst/>
              <a:gdLst/>
              <a:ahLst/>
              <a:cxnLst/>
              <a:rect l="l" t="t" r="r" b="b"/>
              <a:pathLst>
                <a:path w="67" h="420" extrusionOk="0">
                  <a:moveTo>
                    <a:pt x="67" y="0"/>
                  </a:moveTo>
                  <a:lnTo>
                    <a:pt x="67" y="420"/>
                  </a:lnTo>
                  <a:lnTo>
                    <a:pt x="0" y="420"/>
                  </a:lnTo>
                  <a:lnTo>
                    <a:pt x="36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7082640" y="1194120"/>
              <a:ext cx="24120" cy="151200"/>
            </a:xfrm>
            <a:custGeom>
              <a:avLst/>
              <a:gdLst/>
              <a:ahLst/>
              <a:cxnLst/>
              <a:rect l="l" t="t" r="r" b="b"/>
              <a:pathLst>
                <a:path w="6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67" y="420"/>
                  </a:lnTo>
                  <a:lnTo>
                    <a:pt x="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7185600" y="1193400"/>
              <a:ext cx="36000" cy="151200"/>
            </a:xfrm>
            <a:custGeom>
              <a:avLst/>
              <a:gdLst/>
              <a:ahLst/>
              <a:cxnLst/>
              <a:rect l="l" t="t" r="r" b="b"/>
              <a:pathLst>
                <a:path w="100" h="420" extrusionOk="0">
                  <a:moveTo>
                    <a:pt x="0" y="0"/>
                  </a:moveTo>
                  <a:lnTo>
                    <a:pt x="23" y="0"/>
                  </a:lnTo>
                  <a:lnTo>
                    <a:pt x="100" y="420"/>
                  </a:lnTo>
                  <a:lnTo>
                    <a:pt x="71" y="4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6966720" y="1183680"/>
              <a:ext cx="231120" cy="10080"/>
            </a:xfrm>
            <a:custGeom>
              <a:avLst/>
              <a:gdLst/>
              <a:ahLst/>
              <a:cxnLst/>
              <a:rect l="l" t="t" r="r" b="b"/>
              <a:pathLst>
                <a:path w="642" h="28" extrusionOk="0">
                  <a:moveTo>
                    <a:pt x="642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642" y="0"/>
                  </a:lnTo>
                  <a:lnTo>
                    <a:pt x="642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6936120" y="1343160"/>
              <a:ext cx="293040" cy="12600"/>
            </a:xfrm>
            <a:custGeom>
              <a:avLst/>
              <a:gdLst/>
              <a:ahLst/>
              <a:cxnLst/>
              <a:rect l="l" t="t" r="r" b="b"/>
              <a:pathLst>
                <a:path w="814" h="35" extrusionOk="0">
                  <a:moveTo>
                    <a:pt x="814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814" y="0"/>
                  </a:lnTo>
                  <a:lnTo>
                    <a:pt x="814" y="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" name="Google Shape;275;p30">
            <a:extLst>
              <a:ext uri="{FF2B5EF4-FFF2-40B4-BE49-F238E27FC236}">
                <a16:creationId xmlns:a16="http://schemas.microsoft.com/office/drawing/2014/main" id="{56199CD4-C7E3-D04F-C421-DF2FAD6A0907}"/>
              </a:ext>
            </a:extLst>
          </p:cNvPr>
          <p:cNvSpPr txBox="1">
            <a:spLocks/>
          </p:cNvSpPr>
          <p:nvPr/>
        </p:nvSpPr>
        <p:spPr>
          <a:xfrm>
            <a:off x="696828" y="3254166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3000" b="1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sz="4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2" name="Google Shape;280;p30">
            <a:extLst>
              <a:ext uri="{FF2B5EF4-FFF2-40B4-BE49-F238E27FC236}">
                <a16:creationId xmlns:a16="http://schemas.microsoft.com/office/drawing/2014/main" id="{F10B8BB4-2AF6-2ADF-1968-39C2959D6D34}"/>
              </a:ext>
            </a:extLst>
          </p:cNvPr>
          <p:cNvSpPr txBox="1">
            <a:spLocks/>
          </p:cNvSpPr>
          <p:nvPr/>
        </p:nvSpPr>
        <p:spPr>
          <a:xfrm>
            <a:off x="667134" y="3684643"/>
            <a:ext cx="2703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18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n-GB" dirty="0"/>
              <a:t>Ethical Considerations 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628E-3AEF-EAAB-C60C-B058BCC3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15" y="445770"/>
            <a:ext cx="4494900" cy="781598"/>
          </a:xfrm>
        </p:spPr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48D82-2816-F971-0716-4791B7407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815" y="1493751"/>
            <a:ext cx="3806185" cy="27089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	While researching the role of collaborative robots in industry the following resources were used: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Research Papers available on Google Scholar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Articles from websites like </a:t>
            </a:r>
            <a:r>
              <a:rPr lang="en-GB" dirty="0" err="1"/>
              <a:t>WiredWorkers</a:t>
            </a:r>
            <a:r>
              <a:rPr lang="en-GB" dirty="0"/>
              <a:t>, </a:t>
            </a:r>
            <a:r>
              <a:rPr lang="en-GB" dirty="0" err="1"/>
              <a:t>Wevolver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IEEE Journals and Magazines</a:t>
            </a:r>
          </a:p>
        </p:txBody>
      </p:sp>
      <p:pic>
        <p:nvPicPr>
          <p:cNvPr id="1026" name="Picture 2" descr="Cobots for welding: collaboration, safety and efficiency in industrial  automation | TOD System">
            <a:extLst>
              <a:ext uri="{FF2B5EF4-FFF2-40B4-BE49-F238E27FC236}">
                <a16:creationId xmlns:a16="http://schemas.microsoft.com/office/drawing/2014/main" id="{7FDA1783-1E4E-80F5-5FCB-E0C60B0B0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4" y="179387"/>
            <a:ext cx="3806185" cy="478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1238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gramming a cobot| programmeren van een cobot">
            <a:extLst>
              <a:ext uri="{FF2B5EF4-FFF2-40B4-BE49-F238E27FC236}">
                <a16:creationId xmlns:a16="http://schemas.microsoft.com/office/drawing/2014/main" id="{C40C4AD2-9F8B-3B99-FCC6-D0E605237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51" y="787350"/>
            <a:ext cx="2937600" cy="394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4572000" y="1706667"/>
            <a:ext cx="4285561" cy="1141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What are Cobots and how do they function</a:t>
            </a:r>
            <a:endParaRPr sz="3200"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2"/>
          </p:nvPr>
        </p:nvSpPr>
        <p:spPr>
          <a:xfrm>
            <a:off x="4572000" y="720690"/>
            <a:ext cx="12231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23" name="Google Shape;323;p31"/>
          <p:cNvSpPr txBox="1">
            <a:spLocks noGrp="1"/>
          </p:cNvSpPr>
          <p:nvPr>
            <p:ph type="subTitle" idx="1"/>
          </p:nvPr>
        </p:nvSpPr>
        <p:spPr>
          <a:xfrm>
            <a:off x="4532588" y="2956615"/>
            <a:ext cx="4120308" cy="5883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Aft>
                <a:spcPts val="800"/>
              </a:spcAft>
            </a:pPr>
            <a:r>
              <a:rPr lang="en-GB" sz="1200" dirty="0"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Cobots or collaborative robots are designed to work with humans in a shared workplace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720000" y="3000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Cobots Vs Traditional Robots</a:t>
            </a:r>
            <a:endParaRPr dirty="0"/>
          </a:p>
        </p:txBody>
      </p:sp>
      <p:graphicFrame>
        <p:nvGraphicFramePr>
          <p:cNvPr id="365" name="Google Shape;365;p33"/>
          <p:cNvGraphicFramePr/>
          <p:nvPr>
            <p:extLst>
              <p:ext uri="{D42A27DB-BD31-4B8C-83A1-F6EECF244321}">
                <p14:modId xmlns:p14="http://schemas.microsoft.com/office/powerpoint/2010/main" val="2938354917"/>
              </p:ext>
            </p:extLst>
          </p:nvPr>
        </p:nvGraphicFramePr>
        <p:xfrm>
          <a:off x="762115" y="872759"/>
          <a:ext cx="7619769" cy="3786990"/>
        </p:xfrm>
        <a:graphic>
          <a:graphicData uri="http://schemas.openxmlformats.org/drawingml/2006/table">
            <a:tbl>
              <a:tblPr>
                <a:noFill/>
                <a:tableStyleId>{9A723C7E-1921-43D6-A371-5022FDBC4C5D}</a:tableStyleId>
              </a:tblPr>
              <a:tblGrid>
                <a:gridCol w="2247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24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Features</a:t>
                      </a:r>
                      <a:endParaRPr sz="1600" b="1" dirty="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Cobots</a:t>
                      </a:r>
                      <a:endParaRPr sz="1600" b="1" dirty="0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Traditional Robots</a:t>
                      </a:r>
                      <a:endParaRPr lang="en-GB" sz="1400" b="1" dirty="0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40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Design</a:t>
                      </a:r>
                      <a:endParaRPr sz="1600" b="1" dirty="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Precise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Light weight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Humans can work with them without any safety barriers</a:t>
                      </a: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Heavy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Fixed position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Require external safety features – humans need safety barriers to work with them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Adaptibility</a:t>
                      </a:r>
                      <a:endParaRPr sz="1600" b="1" dirty="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Work on multiple tasks or operations</a:t>
                      </a: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Work on a specific task only</a:t>
                      </a: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Cost Effective</a:t>
                      </a:r>
                      <a:endParaRPr sz="1600" b="1" dirty="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Low maintenance costs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Lower energy consumption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Average ROI of one year</a:t>
                      </a: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Hight initial investment and maintenance costs</a:t>
                      </a: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8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Integration in Different Workplaces</a:t>
                      </a:r>
                      <a:endParaRPr sz="1600" b="1" dirty="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Repurposed for different tasks</a:t>
                      </a: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Can’t be used where products are frequently changing</a:t>
                      </a:r>
                      <a:endParaRPr sz="1200" dirty="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B3694CE5-20C9-2153-4FE2-5D5281D5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>
            <a:extLst>
              <a:ext uri="{FF2B5EF4-FFF2-40B4-BE49-F238E27FC236}">
                <a16:creationId xmlns:a16="http://schemas.microsoft.com/office/drawing/2014/main" id="{AEE4C470-C395-2CCB-FE25-E5737DAF3162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720010" y="1082144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01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5" name="Google Shape;275;p30">
            <a:extLst>
              <a:ext uri="{FF2B5EF4-FFF2-40B4-BE49-F238E27FC236}">
                <a16:creationId xmlns:a16="http://schemas.microsoft.com/office/drawing/2014/main" id="{4718E37C-AE12-A962-2A5E-BA49C53E4112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746295" y="2730899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03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6" name="Google Shape;276;p30">
            <a:extLst>
              <a:ext uri="{FF2B5EF4-FFF2-40B4-BE49-F238E27FC236}">
                <a16:creationId xmlns:a16="http://schemas.microsoft.com/office/drawing/2014/main" id="{2E311F5B-D175-5229-AD77-C0C9B2145FEC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088643" y="2575408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02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0" name="Google Shape;280;p30">
            <a:extLst>
              <a:ext uri="{FF2B5EF4-FFF2-40B4-BE49-F238E27FC236}">
                <a16:creationId xmlns:a16="http://schemas.microsoft.com/office/drawing/2014/main" id="{668A3980-BE1E-EDFF-153B-B8E48FA9BD86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46295" y="3299422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Easy to Use</a:t>
            </a:r>
            <a:endParaRPr dirty="0"/>
          </a:p>
        </p:txBody>
      </p:sp>
      <p:sp>
        <p:nvSpPr>
          <p:cNvPr id="281" name="Google Shape;281;p30">
            <a:extLst>
              <a:ext uri="{FF2B5EF4-FFF2-40B4-BE49-F238E27FC236}">
                <a16:creationId xmlns:a16="http://schemas.microsoft.com/office/drawing/2014/main" id="{54919A2C-3BB3-691F-809D-BC3EDB80D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Principles</a:t>
            </a:r>
            <a:endParaRPr dirty="0"/>
          </a:p>
        </p:txBody>
      </p:sp>
      <p:sp>
        <p:nvSpPr>
          <p:cNvPr id="282" name="Google Shape;282;p30">
            <a:extLst>
              <a:ext uri="{FF2B5EF4-FFF2-40B4-BE49-F238E27FC236}">
                <a16:creationId xmlns:a16="http://schemas.microsoft.com/office/drawing/2014/main" id="{7F5212E4-2112-8D73-D6A6-A59370C01F4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46295" y="1580847"/>
            <a:ext cx="3091092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Safety</a:t>
            </a:r>
            <a:endParaRPr dirty="0"/>
          </a:p>
        </p:txBody>
      </p:sp>
      <p:sp>
        <p:nvSpPr>
          <p:cNvPr id="283" name="Google Shape;283;p30">
            <a:extLst>
              <a:ext uri="{FF2B5EF4-FFF2-40B4-BE49-F238E27FC236}">
                <a16:creationId xmlns:a16="http://schemas.microsoft.com/office/drawing/2014/main" id="{18311917-B33A-B35B-0CB5-F4A91C5F5E41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030568" y="2988899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Flexibility in Operations</a:t>
            </a:r>
            <a:endParaRPr dirty="0"/>
          </a:p>
        </p:txBody>
      </p:sp>
      <p:grpSp>
        <p:nvGrpSpPr>
          <p:cNvPr id="2" name="Google Shape;860;p47">
            <a:extLst>
              <a:ext uri="{FF2B5EF4-FFF2-40B4-BE49-F238E27FC236}">
                <a16:creationId xmlns:a16="http://schemas.microsoft.com/office/drawing/2014/main" id="{5F8973A2-A378-6E74-6063-273C64C97AF4}"/>
              </a:ext>
            </a:extLst>
          </p:cNvPr>
          <p:cNvGrpSpPr/>
          <p:nvPr/>
        </p:nvGrpSpPr>
        <p:grpSpPr>
          <a:xfrm>
            <a:off x="3423595" y="1371423"/>
            <a:ext cx="2044858" cy="3360329"/>
            <a:chOff x="4170600" y="338040"/>
            <a:chExt cx="549720" cy="1017720"/>
          </a:xfrm>
        </p:grpSpPr>
        <p:sp>
          <p:nvSpPr>
            <p:cNvPr id="3" name="Google Shape;861;p47">
              <a:extLst>
                <a:ext uri="{FF2B5EF4-FFF2-40B4-BE49-F238E27FC236}">
                  <a16:creationId xmlns:a16="http://schemas.microsoft.com/office/drawing/2014/main" id="{60ED9CF3-ED7A-E4B4-09D9-6E179FAF13D0}"/>
                </a:ext>
              </a:extLst>
            </p:cNvPr>
            <p:cNvSpPr/>
            <p:nvPr/>
          </p:nvSpPr>
          <p:spPr>
            <a:xfrm>
              <a:off x="4631760" y="358560"/>
              <a:ext cx="88560" cy="87840"/>
            </a:xfrm>
            <a:custGeom>
              <a:avLst/>
              <a:gdLst/>
              <a:ahLst/>
              <a:cxnLst/>
              <a:rect l="l" t="t" r="r" b="b"/>
              <a:pathLst>
                <a:path w="246" h="244" extrusionOk="0">
                  <a:moveTo>
                    <a:pt x="0" y="122"/>
                  </a:moveTo>
                  <a:cubicBezTo>
                    <a:pt x="0" y="190"/>
                    <a:pt x="55" y="244"/>
                    <a:pt x="123" y="244"/>
                  </a:cubicBezTo>
                  <a:cubicBezTo>
                    <a:pt x="191" y="244"/>
                    <a:pt x="246" y="190"/>
                    <a:pt x="246" y="122"/>
                  </a:cubicBezTo>
                  <a:cubicBezTo>
                    <a:pt x="246" y="55"/>
                    <a:pt x="191" y="0"/>
                    <a:pt x="123" y="0"/>
                  </a:cubicBezTo>
                  <a:cubicBezTo>
                    <a:pt x="55" y="0"/>
                    <a:pt x="0" y="55"/>
                    <a:pt x="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862;p47">
              <a:extLst>
                <a:ext uri="{FF2B5EF4-FFF2-40B4-BE49-F238E27FC236}">
                  <a16:creationId xmlns:a16="http://schemas.microsoft.com/office/drawing/2014/main" id="{F5B15504-1202-37CE-DF28-C1B896CF811E}"/>
                </a:ext>
              </a:extLst>
            </p:cNvPr>
            <p:cNvSpPr/>
            <p:nvPr/>
          </p:nvSpPr>
          <p:spPr>
            <a:xfrm>
              <a:off x="4432320" y="338040"/>
              <a:ext cx="176400" cy="176400"/>
            </a:xfrm>
            <a:custGeom>
              <a:avLst/>
              <a:gdLst/>
              <a:ahLst/>
              <a:cxnLst/>
              <a:rect l="l" t="t" r="r" b="b"/>
              <a:pathLst>
                <a:path w="490" h="490" extrusionOk="0">
                  <a:moveTo>
                    <a:pt x="94" y="93"/>
                  </a:moveTo>
                  <a:cubicBezTo>
                    <a:pt x="-13" y="200"/>
                    <a:pt x="-31" y="354"/>
                    <a:pt x="53" y="438"/>
                  </a:cubicBezTo>
                  <a:cubicBezTo>
                    <a:pt x="137" y="521"/>
                    <a:pt x="291" y="503"/>
                    <a:pt x="397" y="397"/>
                  </a:cubicBezTo>
                  <a:cubicBezTo>
                    <a:pt x="503" y="290"/>
                    <a:pt x="522" y="136"/>
                    <a:pt x="438" y="53"/>
                  </a:cubicBezTo>
                  <a:cubicBezTo>
                    <a:pt x="354" y="-31"/>
                    <a:pt x="200" y="-13"/>
                    <a:pt x="94" y="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863;p47">
              <a:extLst>
                <a:ext uri="{FF2B5EF4-FFF2-40B4-BE49-F238E27FC236}">
                  <a16:creationId xmlns:a16="http://schemas.microsoft.com/office/drawing/2014/main" id="{122145A8-4318-CF2E-75B1-411C3ECEB549}"/>
                </a:ext>
              </a:extLst>
            </p:cNvPr>
            <p:cNvSpPr/>
            <p:nvPr/>
          </p:nvSpPr>
          <p:spPr>
            <a:xfrm>
              <a:off x="4289040" y="420480"/>
              <a:ext cx="237240" cy="2376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224" y="660"/>
                  </a:moveTo>
                  <a:lnTo>
                    <a:pt x="354" y="489"/>
                  </a:lnTo>
                  <a:cubicBezTo>
                    <a:pt x="393" y="438"/>
                    <a:pt x="437" y="394"/>
                    <a:pt x="488" y="355"/>
                  </a:cubicBezTo>
                  <a:lnTo>
                    <a:pt x="659" y="225"/>
                  </a:lnTo>
                  <a:lnTo>
                    <a:pt x="547" y="113"/>
                  </a:lnTo>
                  <a:lnTo>
                    <a:pt x="434" y="0"/>
                  </a:lnTo>
                  <a:lnTo>
                    <a:pt x="303" y="173"/>
                  </a:lnTo>
                  <a:cubicBezTo>
                    <a:pt x="266" y="222"/>
                    <a:pt x="221" y="267"/>
                    <a:pt x="172" y="304"/>
                  </a:cubicBezTo>
                  <a:lnTo>
                    <a:pt x="0" y="435"/>
                  </a:lnTo>
                  <a:lnTo>
                    <a:pt x="112" y="548"/>
                  </a:lnTo>
                  <a:lnTo>
                    <a:pt x="224" y="6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864;p47">
              <a:extLst>
                <a:ext uri="{FF2B5EF4-FFF2-40B4-BE49-F238E27FC236}">
                  <a16:creationId xmlns:a16="http://schemas.microsoft.com/office/drawing/2014/main" id="{587C00CF-6D47-B9C9-E973-F3576F1084BB}"/>
                </a:ext>
              </a:extLst>
            </p:cNvPr>
            <p:cNvSpPr/>
            <p:nvPr/>
          </p:nvSpPr>
          <p:spPr>
            <a:xfrm>
              <a:off x="4582800" y="358560"/>
              <a:ext cx="93240" cy="87840"/>
            </a:xfrm>
            <a:custGeom>
              <a:avLst/>
              <a:gdLst/>
              <a:ahLst/>
              <a:cxnLst/>
              <a:rect l="l" t="t" r="r" b="b"/>
              <a:pathLst>
                <a:path w="259" h="244" extrusionOk="0">
                  <a:moveTo>
                    <a:pt x="0" y="244"/>
                  </a:moveTo>
                  <a:lnTo>
                    <a:pt x="259" y="244"/>
                  </a:lnTo>
                  <a:lnTo>
                    <a:pt x="259" y="0"/>
                  </a:lnTo>
                  <a:lnTo>
                    <a:pt x="0" y="0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865;p47">
              <a:extLst>
                <a:ext uri="{FF2B5EF4-FFF2-40B4-BE49-F238E27FC236}">
                  <a16:creationId xmlns:a16="http://schemas.microsoft.com/office/drawing/2014/main" id="{57BCD0E2-0673-6695-F83C-CE65707EA9FF}"/>
                </a:ext>
              </a:extLst>
            </p:cNvPr>
            <p:cNvSpPr/>
            <p:nvPr/>
          </p:nvSpPr>
          <p:spPr>
            <a:xfrm>
              <a:off x="4324320" y="384480"/>
              <a:ext cx="351720" cy="252720"/>
            </a:xfrm>
            <a:custGeom>
              <a:avLst/>
              <a:gdLst/>
              <a:ahLst/>
              <a:cxnLst/>
              <a:rect l="l" t="t" r="r" b="b"/>
              <a:pathLst>
                <a:path w="977" h="702" extrusionOk="0">
                  <a:moveTo>
                    <a:pt x="754" y="0"/>
                  </a:moveTo>
                  <a:cubicBezTo>
                    <a:pt x="754" y="0"/>
                    <a:pt x="741" y="137"/>
                    <a:pt x="682" y="189"/>
                  </a:cubicBezTo>
                  <a:cubicBezTo>
                    <a:pt x="618" y="245"/>
                    <a:pt x="541" y="270"/>
                    <a:pt x="458" y="270"/>
                  </a:cubicBezTo>
                  <a:cubicBezTo>
                    <a:pt x="416" y="270"/>
                    <a:pt x="344" y="233"/>
                    <a:pt x="344" y="233"/>
                  </a:cubicBezTo>
                  <a:lnTo>
                    <a:pt x="424" y="306"/>
                  </a:lnTo>
                  <a:cubicBezTo>
                    <a:pt x="443" y="324"/>
                    <a:pt x="442" y="353"/>
                    <a:pt x="423" y="371"/>
                  </a:cubicBezTo>
                  <a:lnTo>
                    <a:pt x="194" y="577"/>
                  </a:lnTo>
                  <a:cubicBezTo>
                    <a:pt x="194" y="577"/>
                    <a:pt x="98" y="456"/>
                    <a:pt x="9" y="473"/>
                  </a:cubicBezTo>
                  <a:cubicBezTo>
                    <a:pt x="-49" y="484"/>
                    <a:pt x="193" y="702"/>
                    <a:pt x="193" y="702"/>
                  </a:cubicBezTo>
                  <a:cubicBezTo>
                    <a:pt x="193" y="692"/>
                    <a:pt x="193" y="683"/>
                    <a:pt x="192" y="674"/>
                  </a:cubicBezTo>
                  <a:lnTo>
                    <a:pt x="256" y="589"/>
                  </a:lnTo>
                  <a:cubicBezTo>
                    <a:pt x="295" y="538"/>
                    <a:pt x="340" y="494"/>
                    <a:pt x="390" y="455"/>
                  </a:cubicBezTo>
                  <a:lnTo>
                    <a:pt x="516" y="360"/>
                  </a:lnTo>
                  <a:cubicBezTo>
                    <a:pt x="578" y="352"/>
                    <a:pt x="644" y="321"/>
                    <a:pt x="697" y="268"/>
                  </a:cubicBezTo>
                  <a:cubicBezTo>
                    <a:pt x="726" y="239"/>
                    <a:pt x="748" y="206"/>
                    <a:pt x="764" y="172"/>
                  </a:cubicBezTo>
                  <a:lnTo>
                    <a:pt x="977" y="172"/>
                  </a:lnTo>
                  <a:lnTo>
                    <a:pt x="977" y="116"/>
                  </a:lnTo>
                  <a:lnTo>
                    <a:pt x="787" y="116"/>
                  </a:lnTo>
                  <a:cubicBezTo>
                    <a:pt x="774" y="116"/>
                    <a:pt x="763" y="106"/>
                    <a:pt x="762" y="93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66;p47">
              <a:extLst>
                <a:ext uri="{FF2B5EF4-FFF2-40B4-BE49-F238E27FC236}">
                  <a16:creationId xmlns:a16="http://schemas.microsoft.com/office/drawing/2014/main" id="{E89FC7F8-DBF5-1931-6572-23629C21F01B}"/>
                </a:ext>
              </a:extLst>
            </p:cNvPr>
            <p:cNvSpPr/>
            <p:nvPr/>
          </p:nvSpPr>
          <p:spPr>
            <a:xfrm>
              <a:off x="4170600" y="552600"/>
              <a:ext cx="223200" cy="223560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118" y="119"/>
                  </a:moveTo>
                  <a:cubicBezTo>
                    <a:pt x="-17" y="254"/>
                    <a:pt x="-40" y="449"/>
                    <a:pt x="66" y="555"/>
                  </a:cubicBezTo>
                  <a:cubicBezTo>
                    <a:pt x="173" y="661"/>
                    <a:pt x="368" y="638"/>
                    <a:pt x="502" y="503"/>
                  </a:cubicBezTo>
                  <a:cubicBezTo>
                    <a:pt x="637" y="369"/>
                    <a:pt x="660" y="174"/>
                    <a:pt x="554" y="67"/>
                  </a:cubicBezTo>
                  <a:cubicBezTo>
                    <a:pt x="448" y="-39"/>
                    <a:pt x="253" y="-16"/>
                    <a:pt x="11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867;p47">
              <a:extLst>
                <a:ext uri="{FF2B5EF4-FFF2-40B4-BE49-F238E27FC236}">
                  <a16:creationId xmlns:a16="http://schemas.microsoft.com/office/drawing/2014/main" id="{1AF466CE-FF54-2D1B-1FA0-FD5D7052B26F}"/>
                </a:ext>
              </a:extLst>
            </p:cNvPr>
            <p:cNvSpPr/>
            <p:nvPr/>
          </p:nvSpPr>
          <p:spPr>
            <a:xfrm>
              <a:off x="4400280" y="788760"/>
              <a:ext cx="195480" cy="225720"/>
            </a:xfrm>
            <a:custGeom>
              <a:avLst/>
              <a:gdLst/>
              <a:ahLst/>
              <a:cxnLst/>
              <a:rect l="l" t="t" r="r" b="b"/>
              <a:pathLst>
                <a:path w="543" h="627" extrusionOk="0">
                  <a:moveTo>
                    <a:pt x="0" y="314"/>
                  </a:moveTo>
                  <a:cubicBezTo>
                    <a:pt x="0" y="487"/>
                    <a:pt x="121" y="627"/>
                    <a:pt x="271" y="627"/>
                  </a:cubicBezTo>
                  <a:cubicBezTo>
                    <a:pt x="421" y="627"/>
                    <a:pt x="543" y="487"/>
                    <a:pt x="543" y="314"/>
                  </a:cubicBezTo>
                  <a:cubicBezTo>
                    <a:pt x="543" y="141"/>
                    <a:pt x="421" y="0"/>
                    <a:pt x="271" y="0"/>
                  </a:cubicBezTo>
                  <a:cubicBezTo>
                    <a:pt x="121" y="0"/>
                    <a:pt x="0" y="141"/>
                    <a:pt x="0" y="3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68;p47">
              <a:extLst>
                <a:ext uri="{FF2B5EF4-FFF2-40B4-BE49-F238E27FC236}">
                  <a16:creationId xmlns:a16="http://schemas.microsoft.com/office/drawing/2014/main" id="{FC0D4771-F580-D3A7-2A12-F72089C06771}"/>
                </a:ext>
              </a:extLst>
            </p:cNvPr>
            <p:cNvSpPr/>
            <p:nvPr/>
          </p:nvSpPr>
          <p:spPr>
            <a:xfrm>
              <a:off x="4412520" y="956880"/>
              <a:ext cx="170640" cy="140400"/>
            </a:xfrm>
            <a:custGeom>
              <a:avLst/>
              <a:gdLst/>
              <a:ahLst/>
              <a:cxnLst/>
              <a:rect l="l" t="t" r="r" b="b"/>
              <a:pathLst>
                <a:path w="474" h="390" extrusionOk="0">
                  <a:moveTo>
                    <a:pt x="0" y="390"/>
                  </a:moveTo>
                  <a:lnTo>
                    <a:pt x="474" y="390"/>
                  </a:lnTo>
                  <a:lnTo>
                    <a:pt x="474" y="0"/>
                  </a:lnTo>
                  <a:lnTo>
                    <a:pt x="0" y="0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69;p47">
              <a:extLst>
                <a:ext uri="{FF2B5EF4-FFF2-40B4-BE49-F238E27FC236}">
                  <a16:creationId xmlns:a16="http://schemas.microsoft.com/office/drawing/2014/main" id="{6E10894B-12AD-CC08-BADC-4C5A0A4C51B6}"/>
                </a:ext>
              </a:extLst>
            </p:cNvPr>
            <p:cNvSpPr/>
            <p:nvPr/>
          </p:nvSpPr>
          <p:spPr>
            <a:xfrm>
              <a:off x="4267080" y="655560"/>
              <a:ext cx="266400" cy="266400"/>
            </a:xfrm>
            <a:custGeom>
              <a:avLst/>
              <a:gdLst/>
              <a:ahLst/>
              <a:cxnLst/>
              <a:rect l="l" t="t" r="r" b="b"/>
              <a:pathLst>
                <a:path w="740" h="740" extrusionOk="0">
                  <a:moveTo>
                    <a:pt x="434" y="740"/>
                  </a:moveTo>
                  <a:lnTo>
                    <a:pt x="587" y="588"/>
                  </a:lnTo>
                  <a:lnTo>
                    <a:pt x="740" y="435"/>
                  </a:lnTo>
                  <a:lnTo>
                    <a:pt x="568" y="337"/>
                  </a:lnTo>
                  <a:cubicBezTo>
                    <a:pt x="500" y="297"/>
                    <a:pt x="442" y="240"/>
                    <a:pt x="403" y="171"/>
                  </a:cubicBezTo>
                  <a:lnTo>
                    <a:pt x="305" y="0"/>
                  </a:lnTo>
                  <a:lnTo>
                    <a:pt x="152" y="153"/>
                  </a:lnTo>
                  <a:lnTo>
                    <a:pt x="0" y="306"/>
                  </a:lnTo>
                  <a:lnTo>
                    <a:pt x="171" y="404"/>
                  </a:lnTo>
                  <a:cubicBezTo>
                    <a:pt x="240" y="443"/>
                    <a:pt x="297" y="500"/>
                    <a:pt x="336" y="569"/>
                  </a:cubicBezTo>
                  <a:lnTo>
                    <a:pt x="434" y="7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70;p47">
              <a:extLst>
                <a:ext uri="{FF2B5EF4-FFF2-40B4-BE49-F238E27FC236}">
                  <a16:creationId xmlns:a16="http://schemas.microsoft.com/office/drawing/2014/main" id="{FC70B76D-E975-A189-2DA9-34BBACFD1FC6}"/>
                </a:ext>
              </a:extLst>
            </p:cNvPr>
            <p:cNvSpPr/>
            <p:nvPr/>
          </p:nvSpPr>
          <p:spPr>
            <a:xfrm>
              <a:off x="4170600" y="620640"/>
              <a:ext cx="412560" cy="476640"/>
            </a:xfrm>
            <a:custGeom>
              <a:avLst/>
              <a:gdLst/>
              <a:ahLst/>
              <a:cxnLst/>
              <a:rect l="l" t="t" r="r" b="b"/>
              <a:pathLst>
                <a:path w="1146" h="1324" extrusionOk="0">
                  <a:moveTo>
                    <a:pt x="909" y="1107"/>
                  </a:moveTo>
                  <a:cubicBezTo>
                    <a:pt x="1092" y="1085"/>
                    <a:pt x="1127" y="960"/>
                    <a:pt x="1127" y="960"/>
                  </a:cubicBezTo>
                  <a:cubicBezTo>
                    <a:pt x="1127" y="960"/>
                    <a:pt x="1026" y="1110"/>
                    <a:pt x="852" y="1041"/>
                  </a:cubicBezTo>
                  <a:cubicBezTo>
                    <a:pt x="767" y="1007"/>
                    <a:pt x="718" y="918"/>
                    <a:pt x="702" y="837"/>
                  </a:cubicBezTo>
                  <a:cubicBezTo>
                    <a:pt x="692" y="787"/>
                    <a:pt x="709" y="696"/>
                    <a:pt x="750" y="633"/>
                  </a:cubicBezTo>
                  <a:cubicBezTo>
                    <a:pt x="778" y="592"/>
                    <a:pt x="839" y="529"/>
                    <a:pt x="839" y="529"/>
                  </a:cubicBezTo>
                  <a:cubicBezTo>
                    <a:pt x="839" y="529"/>
                    <a:pt x="669" y="620"/>
                    <a:pt x="658" y="603"/>
                  </a:cubicBezTo>
                  <a:cubicBezTo>
                    <a:pt x="648" y="586"/>
                    <a:pt x="438" y="435"/>
                    <a:pt x="431" y="406"/>
                  </a:cubicBezTo>
                  <a:cubicBezTo>
                    <a:pt x="424" y="377"/>
                    <a:pt x="512" y="318"/>
                    <a:pt x="554" y="265"/>
                  </a:cubicBezTo>
                  <a:cubicBezTo>
                    <a:pt x="603" y="204"/>
                    <a:pt x="604" y="151"/>
                    <a:pt x="604" y="151"/>
                  </a:cubicBezTo>
                  <a:cubicBezTo>
                    <a:pt x="604" y="151"/>
                    <a:pt x="534" y="288"/>
                    <a:pt x="377" y="342"/>
                  </a:cubicBezTo>
                  <a:cubicBezTo>
                    <a:pt x="256" y="383"/>
                    <a:pt x="111" y="339"/>
                    <a:pt x="57" y="240"/>
                  </a:cubicBezTo>
                  <a:cubicBezTo>
                    <a:pt x="2" y="140"/>
                    <a:pt x="61" y="5"/>
                    <a:pt x="62" y="0"/>
                  </a:cubicBezTo>
                  <a:cubicBezTo>
                    <a:pt x="61" y="1"/>
                    <a:pt x="61" y="1"/>
                    <a:pt x="60" y="2"/>
                  </a:cubicBezTo>
                  <a:lnTo>
                    <a:pt x="38" y="41"/>
                  </a:lnTo>
                  <a:cubicBezTo>
                    <a:pt x="-20" y="157"/>
                    <a:pt x="-13" y="287"/>
                    <a:pt x="66" y="366"/>
                  </a:cubicBezTo>
                  <a:cubicBezTo>
                    <a:pt x="127" y="426"/>
                    <a:pt x="216" y="445"/>
                    <a:pt x="306" y="425"/>
                  </a:cubicBezTo>
                  <a:lnTo>
                    <a:pt x="439" y="501"/>
                  </a:lnTo>
                  <a:cubicBezTo>
                    <a:pt x="508" y="540"/>
                    <a:pt x="565" y="597"/>
                    <a:pt x="604" y="666"/>
                  </a:cubicBezTo>
                  <a:lnTo>
                    <a:pt x="641" y="731"/>
                  </a:lnTo>
                  <a:cubicBezTo>
                    <a:pt x="639" y="747"/>
                    <a:pt x="638" y="764"/>
                    <a:pt x="638" y="781"/>
                  </a:cubicBezTo>
                  <a:cubicBezTo>
                    <a:pt x="638" y="836"/>
                    <a:pt x="650" y="889"/>
                    <a:pt x="672" y="934"/>
                  </a:cubicBezTo>
                  <a:lnTo>
                    <a:pt x="672" y="1324"/>
                  </a:lnTo>
                  <a:lnTo>
                    <a:pt x="1146" y="1324"/>
                  </a:lnTo>
                  <a:lnTo>
                    <a:pt x="858" y="1285"/>
                  </a:lnTo>
                  <a:cubicBezTo>
                    <a:pt x="804" y="1278"/>
                    <a:pt x="764" y="1232"/>
                    <a:pt x="764" y="1178"/>
                  </a:cubicBezTo>
                  <a:lnTo>
                    <a:pt x="764" y="1072"/>
                  </a:lnTo>
                  <a:cubicBezTo>
                    <a:pt x="764" y="1072"/>
                    <a:pt x="846" y="1115"/>
                    <a:pt x="909" y="1107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71;p47">
              <a:extLst>
                <a:ext uri="{FF2B5EF4-FFF2-40B4-BE49-F238E27FC236}">
                  <a16:creationId xmlns:a16="http://schemas.microsoft.com/office/drawing/2014/main" id="{2778BA67-B708-D820-2AF6-68EB0551F2DA}"/>
                </a:ext>
              </a:extLst>
            </p:cNvPr>
            <p:cNvSpPr/>
            <p:nvPr/>
          </p:nvSpPr>
          <p:spPr>
            <a:xfrm>
              <a:off x="4367520" y="1097280"/>
              <a:ext cx="266040" cy="258480"/>
            </a:xfrm>
            <a:custGeom>
              <a:avLst/>
              <a:gdLst/>
              <a:ahLst/>
              <a:cxnLst/>
              <a:rect l="l" t="t" r="r" b="b"/>
              <a:pathLst>
                <a:path w="739" h="718" extrusionOk="0">
                  <a:moveTo>
                    <a:pt x="0" y="718"/>
                  </a:moveTo>
                  <a:lnTo>
                    <a:pt x="739" y="718"/>
                  </a:lnTo>
                  <a:lnTo>
                    <a:pt x="739" y="0"/>
                  </a:lnTo>
                  <a:lnTo>
                    <a:pt x="0" y="0"/>
                  </a:lnTo>
                  <a:lnTo>
                    <a:pt x="0" y="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72;p47">
              <a:extLst>
                <a:ext uri="{FF2B5EF4-FFF2-40B4-BE49-F238E27FC236}">
                  <a16:creationId xmlns:a16="http://schemas.microsoft.com/office/drawing/2014/main" id="{C8C3943C-4AB6-659C-2614-CAC7E1CE3035}"/>
                </a:ext>
              </a:extLst>
            </p:cNvPr>
            <p:cNvSpPr/>
            <p:nvPr/>
          </p:nvSpPr>
          <p:spPr>
            <a:xfrm>
              <a:off x="4348080" y="109728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73;p47">
              <a:extLst>
                <a:ext uri="{FF2B5EF4-FFF2-40B4-BE49-F238E27FC236}">
                  <a16:creationId xmlns:a16="http://schemas.microsoft.com/office/drawing/2014/main" id="{5633A53D-770C-3AED-5235-E619E083F96A}"/>
                </a:ext>
              </a:extLst>
            </p:cNvPr>
            <p:cNvSpPr/>
            <p:nvPr/>
          </p:nvSpPr>
          <p:spPr>
            <a:xfrm>
              <a:off x="4348080" y="132732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74;p47">
              <a:extLst>
                <a:ext uri="{FF2B5EF4-FFF2-40B4-BE49-F238E27FC236}">
                  <a16:creationId xmlns:a16="http://schemas.microsoft.com/office/drawing/2014/main" id="{8FEE2A72-AF2D-3E86-F127-B13A49AC9319}"/>
                </a:ext>
              </a:extLst>
            </p:cNvPr>
            <p:cNvSpPr/>
            <p:nvPr/>
          </p:nvSpPr>
          <p:spPr>
            <a:xfrm>
              <a:off x="4367520" y="1125720"/>
              <a:ext cx="266040" cy="201600"/>
            </a:xfrm>
            <a:custGeom>
              <a:avLst/>
              <a:gdLst/>
              <a:ahLst/>
              <a:cxnLst/>
              <a:rect l="l" t="t" r="r" b="b"/>
              <a:pathLst>
                <a:path w="739" h="560" extrusionOk="0">
                  <a:moveTo>
                    <a:pt x="739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739" y="560"/>
                  </a:lnTo>
                  <a:lnTo>
                    <a:pt x="213" y="489"/>
                  </a:lnTo>
                  <a:cubicBezTo>
                    <a:pt x="155" y="481"/>
                    <a:pt x="111" y="431"/>
                    <a:pt x="111" y="372"/>
                  </a:cubicBezTo>
                  <a:lnTo>
                    <a:pt x="111" y="191"/>
                  </a:lnTo>
                  <a:cubicBezTo>
                    <a:pt x="111" y="133"/>
                    <a:pt x="154" y="83"/>
                    <a:pt x="212" y="75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3612814-A3B9-F7A6-251D-BE0EFC6221A0}"/>
              </a:ext>
            </a:extLst>
          </p:cNvPr>
          <p:cNvSpPr/>
          <p:nvPr/>
        </p:nvSpPr>
        <p:spPr>
          <a:xfrm>
            <a:off x="1588810" y="1598145"/>
            <a:ext cx="1861085" cy="829994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DFA93DF-1FE4-B0B1-D3F0-3F54A3CE9257}"/>
              </a:ext>
            </a:extLst>
          </p:cNvPr>
          <p:cNvSpPr/>
          <p:nvPr/>
        </p:nvSpPr>
        <p:spPr>
          <a:xfrm rot="9162318">
            <a:off x="2161341" y="3244142"/>
            <a:ext cx="1802982" cy="1369612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DF82F74-A45A-901B-A4DC-30084EB7AD26}"/>
              </a:ext>
            </a:extLst>
          </p:cNvPr>
          <p:cNvSpPr/>
          <p:nvPr/>
        </p:nvSpPr>
        <p:spPr>
          <a:xfrm rot="9668612">
            <a:off x="5476414" y="1528220"/>
            <a:ext cx="534631" cy="1157323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81401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8002F680-BF61-3288-230D-8D51D8119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>
            <a:extLst>
              <a:ext uri="{FF2B5EF4-FFF2-40B4-BE49-F238E27FC236}">
                <a16:creationId xmlns:a16="http://schemas.microsoft.com/office/drawing/2014/main" id="{F1126992-C76B-FD2A-F71B-B0788E740389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1144299" y="492539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01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5" name="Google Shape;275;p30">
            <a:extLst>
              <a:ext uri="{FF2B5EF4-FFF2-40B4-BE49-F238E27FC236}">
                <a16:creationId xmlns:a16="http://schemas.microsoft.com/office/drawing/2014/main" id="{DA77D0FB-32FF-A458-C62C-936E214490F7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-4115807" y="4045087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03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6" name="Google Shape;276;p30">
            <a:extLst>
              <a:ext uri="{FF2B5EF4-FFF2-40B4-BE49-F238E27FC236}">
                <a16:creationId xmlns:a16="http://schemas.microsoft.com/office/drawing/2014/main" id="{45B23C34-62A0-424B-1D79-6EA462F82BC9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-3143847" y="2768006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02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0" name="Google Shape;280;p30">
            <a:extLst>
              <a:ext uri="{FF2B5EF4-FFF2-40B4-BE49-F238E27FC236}">
                <a16:creationId xmlns:a16="http://schemas.microsoft.com/office/drawing/2014/main" id="{B18152E1-4FE9-776D-AEB4-E45BF319629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-4157693" y="4406487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Easy to Use</a:t>
            </a:r>
            <a:endParaRPr dirty="0"/>
          </a:p>
        </p:txBody>
      </p:sp>
      <p:sp>
        <p:nvSpPr>
          <p:cNvPr id="281" name="Google Shape;281;p30">
            <a:extLst>
              <a:ext uri="{FF2B5EF4-FFF2-40B4-BE49-F238E27FC236}">
                <a16:creationId xmlns:a16="http://schemas.microsoft.com/office/drawing/2014/main" id="{F5D5F2F5-D426-EA96-648D-384019713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038" y="-146934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Principles</a:t>
            </a:r>
            <a:endParaRPr dirty="0"/>
          </a:p>
        </p:txBody>
      </p:sp>
      <p:sp>
        <p:nvSpPr>
          <p:cNvPr id="282" name="Google Shape;282;p30">
            <a:extLst>
              <a:ext uri="{FF2B5EF4-FFF2-40B4-BE49-F238E27FC236}">
                <a16:creationId xmlns:a16="http://schemas.microsoft.com/office/drawing/2014/main" id="{E1085B99-CF09-24E2-3726-831CD05F344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44299" y="1008539"/>
            <a:ext cx="3091092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Safety</a:t>
            </a:r>
            <a:endParaRPr dirty="0"/>
          </a:p>
        </p:txBody>
      </p:sp>
      <p:sp>
        <p:nvSpPr>
          <p:cNvPr id="283" name="Google Shape;283;p30">
            <a:extLst>
              <a:ext uri="{FF2B5EF4-FFF2-40B4-BE49-F238E27FC236}">
                <a16:creationId xmlns:a16="http://schemas.microsoft.com/office/drawing/2014/main" id="{9CF144E8-3736-26C9-542B-0B9C4D7F287A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-3201922" y="3181497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Flexibility in Operations</a:t>
            </a:r>
            <a:endParaRPr dirty="0"/>
          </a:p>
        </p:txBody>
      </p:sp>
      <p:grpSp>
        <p:nvGrpSpPr>
          <p:cNvPr id="2" name="Google Shape;860;p47">
            <a:extLst>
              <a:ext uri="{FF2B5EF4-FFF2-40B4-BE49-F238E27FC236}">
                <a16:creationId xmlns:a16="http://schemas.microsoft.com/office/drawing/2014/main" id="{4A808047-EBF0-5F0C-4F65-C21F3426AE71}"/>
              </a:ext>
            </a:extLst>
          </p:cNvPr>
          <p:cNvGrpSpPr/>
          <p:nvPr/>
        </p:nvGrpSpPr>
        <p:grpSpPr>
          <a:xfrm>
            <a:off x="-735845" y="1805709"/>
            <a:ext cx="2044858" cy="3360329"/>
            <a:chOff x="4170600" y="338040"/>
            <a:chExt cx="549720" cy="1017720"/>
          </a:xfrm>
        </p:grpSpPr>
        <p:sp>
          <p:nvSpPr>
            <p:cNvPr id="3" name="Google Shape;861;p47">
              <a:extLst>
                <a:ext uri="{FF2B5EF4-FFF2-40B4-BE49-F238E27FC236}">
                  <a16:creationId xmlns:a16="http://schemas.microsoft.com/office/drawing/2014/main" id="{9E5934E0-3E69-8B31-6439-B56F975BC470}"/>
                </a:ext>
              </a:extLst>
            </p:cNvPr>
            <p:cNvSpPr/>
            <p:nvPr/>
          </p:nvSpPr>
          <p:spPr>
            <a:xfrm>
              <a:off x="4631760" y="358560"/>
              <a:ext cx="88560" cy="87840"/>
            </a:xfrm>
            <a:custGeom>
              <a:avLst/>
              <a:gdLst/>
              <a:ahLst/>
              <a:cxnLst/>
              <a:rect l="l" t="t" r="r" b="b"/>
              <a:pathLst>
                <a:path w="246" h="244" extrusionOk="0">
                  <a:moveTo>
                    <a:pt x="0" y="122"/>
                  </a:moveTo>
                  <a:cubicBezTo>
                    <a:pt x="0" y="190"/>
                    <a:pt x="55" y="244"/>
                    <a:pt x="123" y="244"/>
                  </a:cubicBezTo>
                  <a:cubicBezTo>
                    <a:pt x="191" y="244"/>
                    <a:pt x="246" y="190"/>
                    <a:pt x="246" y="122"/>
                  </a:cubicBezTo>
                  <a:cubicBezTo>
                    <a:pt x="246" y="55"/>
                    <a:pt x="191" y="0"/>
                    <a:pt x="123" y="0"/>
                  </a:cubicBezTo>
                  <a:cubicBezTo>
                    <a:pt x="55" y="0"/>
                    <a:pt x="0" y="55"/>
                    <a:pt x="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862;p47">
              <a:extLst>
                <a:ext uri="{FF2B5EF4-FFF2-40B4-BE49-F238E27FC236}">
                  <a16:creationId xmlns:a16="http://schemas.microsoft.com/office/drawing/2014/main" id="{42901BDD-1BB9-547F-9A90-17C6C34A042C}"/>
                </a:ext>
              </a:extLst>
            </p:cNvPr>
            <p:cNvSpPr/>
            <p:nvPr/>
          </p:nvSpPr>
          <p:spPr>
            <a:xfrm>
              <a:off x="4432320" y="338040"/>
              <a:ext cx="176400" cy="176400"/>
            </a:xfrm>
            <a:custGeom>
              <a:avLst/>
              <a:gdLst/>
              <a:ahLst/>
              <a:cxnLst/>
              <a:rect l="l" t="t" r="r" b="b"/>
              <a:pathLst>
                <a:path w="490" h="490" extrusionOk="0">
                  <a:moveTo>
                    <a:pt x="94" y="93"/>
                  </a:moveTo>
                  <a:cubicBezTo>
                    <a:pt x="-13" y="200"/>
                    <a:pt x="-31" y="354"/>
                    <a:pt x="53" y="438"/>
                  </a:cubicBezTo>
                  <a:cubicBezTo>
                    <a:pt x="137" y="521"/>
                    <a:pt x="291" y="503"/>
                    <a:pt x="397" y="397"/>
                  </a:cubicBezTo>
                  <a:cubicBezTo>
                    <a:pt x="503" y="290"/>
                    <a:pt x="522" y="136"/>
                    <a:pt x="438" y="53"/>
                  </a:cubicBezTo>
                  <a:cubicBezTo>
                    <a:pt x="354" y="-31"/>
                    <a:pt x="200" y="-13"/>
                    <a:pt x="94" y="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863;p47">
              <a:extLst>
                <a:ext uri="{FF2B5EF4-FFF2-40B4-BE49-F238E27FC236}">
                  <a16:creationId xmlns:a16="http://schemas.microsoft.com/office/drawing/2014/main" id="{065E2FB9-7B28-DDDD-8486-DC3E94F50D54}"/>
                </a:ext>
              </a:extLst>
            </p:cNvPr>
            <p:cNvSpPr/>
            <p:nvPr/>
          </p:nvSpPr>
          <p:spPr>
            <a:xfrm>
              <a:off x="4289040" y="420480"/>
              <a:ext cx="237240" cy="2376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224" y="660"/>
                  </a:moveTo>
                  <a:lnTo>
                    <a:pt x="354" y="489"/>
                  </a:lnTo>
                  <a:cubicBezTo>
                    <a:pt x="393" y="438"/>
                    <a:pt x="437" y="394"/>
                    <a:pt x="488" y="355"/>
                  </a:cubicBezTo>
                  <a:lnTo>
                    <a:pt x="659" y="225"/>
                  </a:lnTo>
                  <a:lnTo>
                    <a:pt x="547" y="113"/>
                  </a:lnTo>
                  <a:lnTo>
                    <a:pt x="434" y="0"/>
                  </a:lnTo>
                  <a:lnTo>
                    <a:pt x="303" y="173"/>
                  </a:lnTo>
                  <a:cubicBezTo>
                    <a:pt x="266" y="222"/>
                    <a:pt x="221" y="267"/>
                    <a:pt x="172" y="304"/>
                  </a:cubicBezTo>
                  <a:lnTo>
                    <a:pt x="0" y="435"/>
                  </a:lnTo>
                  <a:lnTo>
                    <a:pt x="112" y="548"/>
                  </a:lnTo>
                  <a:lnTo>
                    <a:pt x="224" y="6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864;p47">
              <a:extLst>
                <a:ext uri="{FF2B5EF4-FFF2-40B4-BE49-F238E27FC236}">
                  <a16:creationId xmlns:a16="http://schemas.microsoft.com/office/drawing/2014/main" id="{C1AF001D-3EFE-68E1-87EE-90E343FA78BC}"/>
                </a:ext>
              </a:extLst>
            </p:cNvPr>
            <p:cNvSpPr/>
            <p:nvPr/>
          </p:nvSpPr>
          <p:spPr>
            <a:xfrm>
              <a:off x="4582800" y="358560"/>
              <a:ext cx="93240" cy="87840"/>
            </a:xfrm>
            <a:custGeom>
              <a:avLst/>
              <a:gdLst/>
              <a:ahLst/>
              <a:cxnLst/>
              <a:rect l="l" t="t" r="r" b="b"/>
              <a:pathLst>
                <a:path w="259" h="244" extrusionOk="0">
                  <a:moveTo>
                    <a:pt x="0" y="244"/>
                  </a:moveTo>
                  <a:lnTo>
                    <a:pt x="259" y="244"/>
                  </a:lnTo>
                  <a:lnTo>
                    <a:pt x="259" y="0"/>
                  </a:lnTo>
                  <a:lnTo>
                    <a:pt x="0" y="0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865;p47">
              <a:extLst>
                <a:ext uri="{FF2B5EF4-FFF2-40B4-BE49-F238E27FC236}">
                  <a16:creationId xmlns:a16="http://schemas.microsoft.com/office/drawing/2014/main" id="{80BE304E-ECFD-9B16-AF41-7C4CE4CE463A}"/>
                </a:ext>
              </a:extLst>
            </p:cNvPr>
            <p:cNvSpPr/>
            <p:nvPr/>
          </p:nvSpPr>
          <p:spPr>
            <a:xfrm>
              <a:off x="4324320" y="384480"/>
              <a:ext cx="351720" cy="252720"/>
            </a:xfrm>
            <a:custGeom>
              <a:avLst/>
              <a:gdLst/>
              <a:ahLst/>
              <a:cxnLst/>
              <a:rect l="l" t="t" r="r" b="b"/>
              <a:pathLst>
                <a:path w="977" h="702" extrusionOk="0">
                  <a:moveTo>
                    <a:pt x="754" y="0"/>
                  </a:moveTo>
                  <a:cubicBezTo>
                    <a:pt x="754" y="0"/>
                    <a:pt x="741" y="137"/>
                    <a:pt x="682" y="189"/>
                  </a:cubicBezTo>
                  <a:cubicBezTo>
                    <a:pt x="618" y="245"/>
                    <a:pt x="541" y="270"/>
                    <a:pt x="458" y="270"/>
                  </a:cubicBezTo>
                  <a:cubicBezTo>
                    <a:pt x="416" y="270"/>
                    <a:pt x="344" y="233"/>
                    <a:pt x="344" y="233"/>
                  </a:cubicBezTo>
                  <a:lnTo>
                    <a:pt x="424" y="306"/>
                  </a:lnTo>
                  <a:cubicBezTo>
                    <a:pt x="443" y="324"/>
                    <a:pt x="442" y="353"/>
                    <a:pt x="423" y="371"/>
                  </a:cubicBezTo>
                  <a:lnTo>
                    <a:pt x="194" y="577"/>
                  </a:lnTo>
                  <a:cubicBezTo>
                    <a:pt x="194" y="577"/>
                    <a:pt x="98" y="456"/>
                    <a:pt x="9" y="473"/>
                  </a:cubicBezTo>
                  <a:cubicBezTo>
                    <a:pt x="-49" y="484"/>
                    <a:pt x="193" y="702"/>
                    <a:pt x="193" y="702"/>
                  </a:cubicBezTo>
                  <a:cubicBezTo>
                    <a:pt x="193" y="692"/>
                    <a:pt x="193" y="683"/>
                    <a:pt x="192" y="674"/>
                  </a:cubicBezTo>
                  <a:lnTo>
                    <a:pt x="256" y="589"/>
                  </a:lnTo>
                  <a:cubicBezTo>
                    <a:pt x="295" y="538"/>
                    <a:pt x="340" y="494"/>
                    <a:pt x="390" y="455"/>
                  </a:cubicBezTo>
                  <a:lnTo>
                    <a:pt x="516" y="360"/>
                  </a:lnTo>
                  <a:cubicBezTo>
                    <a:pt x="578" y="352"/>
                    <a:pt x="644" y="321"/>
                    <a:pt x="697" y="268"/>
                  </a:cubicBezTo>
                  <a:cubicBezTo>
                    <a:pt x="726" y="239"/>
                    <a:pt x="748" y="206"/>
                    <a:pt x="764" y="172"/>
                  </a:cubicBezTo>
                  <a:lnTo>
                    <a:pt x="977" y="172"/>
                  </a:lnTo>
                  <a:lnTo>
                    <a:pt x="977" y="116"/>
                  </a:lnTo>
                  <a:lnTo>
                    <a:pt x="787" y="116"/>
                  </a:lnTo>
                  <a:cubicBezTo>
                    <a:pt x="774" y="116"/>
                    <a:pt x="763" y="106"/>
                    <a:pt x="762" y="93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66;p47">
              <a:extLst>
                <a:ext uri="{FF2B5EF4-FFF2-40B4-BE49-F238E27FC236}">
                  <a16:creationId xmlns:a16="http://schemas.microsoft.com/office/drawing/2014/main" id="{53D5A3DE-0F28-FD97-CD21-FCC33ACA1CC1}"/>
                </a:ext>
              </a:extLst>
            </p:cNvPr>
            <p:cNvSpPr/>
            <p:nvPr/>
          </p:nvSpPr>
          <p:spPr>
            <a:xfrm>
              <a:off x="4170600" y="552600"/>
              <a:ext cx="223200" cy="223560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118" y="119"/>
                  </a:moveTo>
                  <a:cubicBezTo>
                    <a:pt x="-17" y="254"/>
                    <a:pt x="-40" y="449"/>
                    <a:pt x="66" y="555"/>
                  </a:cubicBezTo>
                  <a:cubicBezTo>
                    <a:pt x="173" y="661"/>
                    <a:pt x="368" y="638"/>
                    <a:pt x="502" y="503"/>
                  </a:cubicBezTo>
                  <a:cubicBezTo>
                    <a:pt x="637" y="369"/>
                    <a:pt x="660" y="174"/>
                    <a:pt x="554" y="67"/>
                  </a:cubicBezTo>
                  <a:cubicBezTo>
                    <a:pt x="448" y="-39"/>
                    <a:pt x="253" y="-16"/>
                    <a:pt x="11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867;p47">
              <a:extLst>
                <a:ext uri="{FF2B5EF4-FFF2-40B4-BE49-F238E27FC236}">
                  <a16:creationId xmlns:a16="http://schemas.microsoft.com/office/drawing/2014/main" id="{956862F7-0B10-0F61-0922-1D0C1B75C55A}"/>
                </a:ext>
              </a:extLst>
            </p:cNvPr>
            <p:cNvSpPr/>
            <p:nvPr/>
          </p:nvSpPr>
          <p:spPr>
            <a:xfrm>
              <a:off x="4400280" y="788760"/>
              <a:ext cx="195480" cy="225720"/>
            </a:xfrm>
            <a:custGeom>
              <a:avLst/>
              <a:gdLst/>
              <a:ahLst/>
              <a:cxnLst/>
              <a:rect l="l" t="t" r="r" b="b"/>
              <a:pathLst>
                <a:path w="543" h="627" extrusionOk="0">
                  <a:moveTo>
                    <a:pt x="0" y="314"/>
                  </a:moveTo>
                  <a:cubicBezTo>
                    <a:pt x="0" y="487"/>
                    <a:pt x="121" y="627"/>
                    <a:pt x="271" y="627"/>
                  </a:cubicBezTo>
                  <a:cubicBezTo>
                    <a:pt x="421" y="627"/>
                    <a:pt x="543" y="487"/>
                    <a:pt x="543" y="314"/>
                  </a:cubicBezTo>
                  <a:cubicBezTo>
                    <a:pt x="543" y="141"/>
                    <a:pt x="421" y="0"/>
                    <a:pt x="271" y="0"/>
                  </a:cubicBezTo>
                  <a:cubicBezTo>
                    <a:pt x="121" y="0"/>
                    <a:pt x="0" y="141"/>
                    <a:pt x="0" y="3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68;p47">
              <a:extLst>
                <a:ext uri="{FF2B5EF4-FFF2-40B4-BE49-F238E27FC236}">
                  <a16:creationId xmlns:a16="http://schemas.microsoft.com/office/drawing/2014/main" id="{30CBC113-5F8E-A7F9-FBAE-6088F52BA9D7}"/>
                </a:ext>
              </a:extLst>
            </p:cNvPr>
            <p:cNvSpPr/>
            <p:nvPr/>
          </p:nvSpPr>
          <p:spPr>
            <a:xfrm>
              <a:off x="4412520" y="956880"/>
              <a:ext cx="170640" cy="140400"/>
            </a:xfrm>
            <a:custGeom>
              <a:avLst/>
              <a:gdLst/>
              <a:ahLst/>
              <a:cxnLst/>
              <a:rect l="l" t="t" r="r" b="b"/>
              <a:pathLst>
                <a:path w="474" h="390" extrusionOk="0">
                  <a:moveTo>
                    <a:pt x="0" y="390"/>
                  </a:moveTo>
                  <a:lnTo>
                    <a:pt x="474" y="390"/>
                  </a:lnTo>
                  <a:lnTo>
                    <a:pt x="474" y="0"/>
                  </a:lnTo>
                  <a:lnTo>
                    <a:pt x="0" y="0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69;p47">
              <a:extLst>
                <a:ext uri="{FF2B5EF4-FFF2-40B4-BE49-F238E27FC236}">
                  <a16:creationId xmlns:a16="http://schemas.microsoft.com/office/drawing/2014/main" id="{DA853A09-B60F-BF76-4DFF-AAA6CB3E4100}"/>
                </a:ext>
              </a:extLst>
            </p:cNvPr>
            <p:cNvSpPr/>
            <p:nvPr/>
          </p:nvSpPr>
          <p:spPr>
            <a:xfrm>
              <a:off x="4267080" y="655560"/>
              <a:ext cx="266400" cy="266400"/>
            </a:xfrm>
            <a:custGeom>
              <a:avLst/>
              <a:gdLst/>
              <a:ahLst/>
              <a:cxnLst/>
              <a:rect l="l" t="t" r="r" b="b"/>
              <a:pathLst>
                <a:path w="740" h="740" extrusionOk="0">
                  <a:moveTo>
                    <a:pt x="434" y="740"/>
                  </a:moveTo>
                  <a:lnTo>
                    <a:pt x="587" y="588"/>
                  </a:lnTo>
                  <a:lnTo>
                    <a:pt x="740" y="435"/>
                  </a:lnTo>
                  <a:lnTo>
                    <a:pt x="568" y="337"/>
                  </a:lnTo>
                  <a:cubicBezTo>
                    <a:pt x="500" y="297"/>
                    <a:pt x="442" y="240"/>
                    <a:pt x="403" y="171"/>
                  </a:cubicBezTo>
                  <a:lnTo>
                    <a:pt x="305" y="0"/>
                  </a:lnTo>
                  <a:lnTo>
                    <a:pt x="152" y="153"/>
                  </a:lnTo>
                  <a:lnTo>
                    <a:pt x="0" y="306"/>
                  </a:lnTo>
                  <a:lnTo>
                    <a:pt x="171" y="404"/>
                  </a:lnTo>
                  <a:cubicBezTo>
                    <a:pt x="240" y="443"/>
                    <a:pt x="297" y="500"/>
                    <a:pt x="336" y="569"/>
                  </a:cubicBezTo>
                  <a:lnTo>
                    <a:pt x="434" y="7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70;p47">
              <a:extLst>
                <a:ext uri="{FF2B5EF4-FFF2-40B4-BE49-F238E27FC236}">
                  <a16:creationId xmlns:a16="http://schemas.microsoft.com/office/drawing/2014/main" id="{7498A36B-A540-C38F-EC2C-903963B0B5F5}"/>
                </a:ext>
              </a:extLst>
            </p:cNvPr>
            <p:cNvSpPr/>
            <p:nvPr/>
          </p:nvSpPr>
          <p:spPr>
            <a:xfrm>
              <a:off x="4170600" y="620640"/>
              <a:ext cx="412560" cy="476640"/>
            </a:xfrm>
            <a:custGeom>
              <a:avLst/>
              <a:gdLst/>
              <a:ahLst/>
              <a:cxnLst/>
              <a:rect l="l" t="t" r="r" b="b"/>
              <a:pathLst>
                <a:path w="1146" h="1324" extrusionOk="0">
                  <a:moveTo>
                    <a:pt x="909" y="1107"/>
                  </a:moveTo>
                  <a:cubicBezTo>
                    <a:pt x="1092" y="1085"/>
                    <a:pt x="1127" y="960"/>
                    <a:pt x="1127" y="960"/>
                  </a:cubicBezTo>
                  <a:cubicBezTo>
                    <a:pt x="1127" y="960"/>
                    <a:pt x="1026" y="1110"/>
                    <a:pt x="852" y="1041"/>
                  </a:cubicBezTo>
                  <a:cubicBezTo>
                    <a:pt x="767" y="1007"/>
                    <a:pt x="718" y="918"/>
                    <a:pt x="702" y="837"/>
                  </a:cubicBezTo>
                  <a:cubicBezTo>
                    <a:pt x="692" y="787"/>
                    <a:pt x="709" y="696"/>
                    <a:pt x="750" y="633"/>
                  </a:cubicBezTo>
                  <a:cubicBezTo>
                    <a:pt x="778" y="592"/>
                    <a:pt x="839" y="529"/>
                    <a:pt x="839" y="529"/>
                  </a:cubicBezTo>
                  <a:cubicBezTo>
                    <a:pt x="839" y="529"/>
                    <a:pt x="669" y="620"/>
                    <a:pt x="658" y="603"/>
                  </a:cubicBezTo>
                  <a:cubicBezTo>
                    <a:pt x="648" y="586"/>
                    <a:pt x="438" y="435"/>
                    <a:pt x="431" y="406"/>
                  </a:cubicBezTo>
                  <a:cubicBezTo>
                    <a:pt x="424" y="377"/>
                    <a:pt x="512" y="318"/>
                    <a:pt x="554" y="265"/>
                  </a:cubicBezTo>
                  <a:cubicBezTo>
                    <a:pt x="603" y="204"/>
                    <a:pt x="604" y="151"/>
                    <a:pt x="604" y="151"/>
                  </a:cubicBezTo>
                  <a:cubicBezTo>
                    <a:pt x="604" y="151"/>
                    <a:pt x="534" y="288"/>
                    <a:pt x="377" y="342"/>
                  </a:cubicBezTo>
                  <a:cubicBezTo>
                    <a:pt x="256" y="383"/>
                    <a:pt x="111" y="339"/>
                    <a:pt x="57" y="240"/>
                  </a:cubicBezTo>
                  <a:cubicBezTo>
                    <a:pt x="2" y="140"/>
                    <a:pt x="61" y="5"/>
                    <a:pt x="62" y="0"/>
                  </a:cubicBezTo>
                  <a:cubicBezTo>
                    <a:pt x="61" y="1"/>
                    <a:pt x="61" y="1"/>
                    <a:pt x="60" y="2"/>
                  </a:cubicBezTo>
                  <a:lnTo>
                    <a:pt x="38" y="41"/>
                  </a:lnTo>
                  <a:cubicBezTo>
                    <a:pt x="-20" y="157"/>
                    <a:pt x="-13" y="287"/>
                    <a:pt x="66" y="366"/>
                  </a:cubicBezTo>
                  <a:cubicBezTo>
                    <a:pt x="127" y="426"/>
                    <a:pt x="216" y="445"/>
                    <a:pt x="306" y="425"/>
                  </a:cubicBezTo>
                  <a:lnTo>
                    <a:pt x="439" y="501"/>
                  </a:lnTo>
                  <a:cubicBezTo>
                    <a:pt x="508" y="540"/>
                    <a:pt x="565" y="597"/>
                    <a:pt x="604" y="666"/>
                  </a:cubicBezTo>
                  <a:lnTo>
                    <a:pt x="641" y="731"/>
                  </a:lnTo>
                  <a:cubicBezTo>
                    <a:pt x="639" y="747"/>
                    <a:pt x="638" y="764"/>
                    <a:pt x="638" y="781"/>
                  </a:cubicBezTo>
                  <a:cubicBezTo>
                    <a:pt x="638" y="836"/>
                    <a:pt x="650" y="889"/>
                    <a:pt x="672" y="934"/>
                  </a:cubicBezTo>
                  <a:lnTo>
                    <a:pt x="672" y="1324"/>
                  </a:lnTo>
                  <a:lnTo>
                    <a:pt x="1146" y="1324"/>
                  </a:lnTo>
                  <a:lnTo>
                    <a:pt x="858" y="1285"/>
                  </a:lnTo>
                  <a:cubicBezTo>
                    <a:pt x="804" y="1278"/>
                    <a:pt x="764" y="1232"/>
                    <a:pt x="764" y="1178"/>
                  </a:cubicBezTo>
                  <a:lnTo>
                    <a:pt x="764" y="1072"/>
                  </a:lnTo>
                  <a:cubicBezTo>
                    <a:pt x="764" y="1072"/>
                    <a:pt x="846" y="1115"/>
                    <a:pt x="909" y="1107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71;p47">
              <a:extLst>
                <a:ext uri="{FF2B5EF4-FFF2-40B4-BE49-F238E27FC236}">
                  <a16:creationId xmlns:a16="http://schemas.microsoft.com/office/drawing/2014/main" id="{7B7BD20E-2973-C797-1B43-476AEF74C3AC}"/>
                </a:ext>
              </a:extLst>
            </p:cNvPr>
            <p:cNvSpPr/>
            <p:nvPr/>
          </p:nvSpPr>
          <p:spPr>
            <a:xfrm>
              <a:off x="4367520" y="1097280"/>
              <a:ext cx="266040" cy="258480"/>
            </a:xfrm>
            <a:custGeom>
              <a:avLst/>
              <a:gdLst/>
              <a:ahLst/>
              <a:cxnLst/>
              <a:rect l="l" t="t" r="r" b="b"/>
              <a:pathLst>
                <a:path w="739" h="718" extrusionOk="0">
                  <a:moveTo>
                    <a:pt x="0" y="718"/>
                  </a:moveTo>
                  <a:lnTo>
                    <a:pt x="739" y="718"/>
                  </a:lnTo>
                  <a:lnTo>
                    <a:pt x="739" y="0"/>
                  </a:lnTo>
                  <a:lnTo>
                    <a:pt x="0" y="0"/>
                  </a:lnTo>
                  <a:lnTo>
                    <a:pt x="0" y="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72;p47">
              <a:extLst>
                <a:ext uri="{FF2B5EF4-FFF2-40B4-BE49-F238E27FC236}">
                  <a16:creationId xmlns:a16="http://schemas.microsoft.com/office/drawing/2014/main" id="{F51189BC-159F-8BB0-D76A-DB39D3F728B6}"/>
                </a:ext>
              </a:extLst>
            </p:cNvPr>
            <p:cNvSpPr/>
            <p:nvPr/>
          </p:nvSpPr>
          <p:spPr>
            <a:xfrm>
              <a:off x="4348080" y="109728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73;p47">
              <a:extLst>
                <a:ext uri="{FF2B5EF4-FFF2-40B4-BE49-F238E27FC236}">
                  <a16:creationId xmlns:a16="http://schemas.microsoft.com/office/drawing/2014/main" id="{8A18D571-5B4E-825E-D584-AA54B5334FFA}"/>
                </a:ext>
              </a:extLst>
            </p:cNvPr>
            <p:cNvSpPr/>
            <p:nvPr/>
          </p:nvSpPr>
          <p:spPr>
            <a:xfrm>
              <a:off x="4348080" y="132732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74;p47">
              <a:extLst>
                <a:ext uri="{FF2B5EF4-FFF2-40B4-BE49-F238E27FC236}">
                  <a16:creationId xmlns:a16="http://schemas.microsoft.com/office/drawing/2014/main" id="{C0F35B79-4F93-231B-D7A0-DB6492376783}"/>
                </a:ext>
              </a:extLst>
            </p:cNvPr>
            <p:cNvSpPr/>
            <p:nvPr/>
          </p:nvSpPr>
          <p:spPr>
            <a:xfrm>
              <a:off x="4367520" y="1125720"/>
              <a:ext cx="266040" cy="201600"/>
            </a:xfrm>
            <a:custGeom>
              <a:avLst/>
              <a:gdLst/>
              <a:ahLst/>
              <a:cxnLst/>
              <a:rect l="l" t="t" r="r" b="b"/>
              <a:pathLst>
                <a:path w="739" h="560" extrusionOk="0">
                  <a:moveTo>
                    <a:pt x="739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739" y="560"/>
                  </a:lnTo>
                  <a:lnTo>
                    <a:pt x="213" y="489"/>
                  </a:lnTo>
                  <a:cubicBezTo>
                    <a:pt x="155" y="481"/>
                    <a:pt x="111" y="431"/>
                    <a:pt x="111" y="372"/>
                  </a:cubicBezTo>
                  <a:lnTo>
                    <a:pt x="111" y="191"/>
                  </a:lnTo>
                  <a:cubicBezTo>
                    <a:pt x="111" y="133"/>
                    <a:pt x="154" y="83"/>
                    <a:pt x="212" y="75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B5500CA-CCE5-9A12-F95E-45E8D9192B04}"/>
              </a:ext>
            </a:extLst>
          </p:cNvPr>
          <p:cNvSpPr/>
          <p:nvPr/>
        </p:nvSpPr>
        <p:spPr>
          <a:xfrm flipH="1">
            <a:off x="237705" y="1042201"/>
            <a:ext cx="866422" cy="1233026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AFBD045-4501-C295-7760-2191D9BAD0D0}"/>
              </a:ext>
            </a:extLst>
          </p:cNvPr>
          <p:cNvSpPr/>
          <p:nvPr/>
        </p:nvSpPr>
        <p:spPr>
          <a:xfrm rot="9162318">
            <a:off x="-2310218" y="4060399"/>
            <a:ext cx="2574466" cy="1354255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E8FB1E1-5DB6-5FF2-5011-220DC9A382BD}"/>
              </a:ext>
            </a:extLst>
          </p:cNvPr>
          <p:cNvSpPr/>
          <p:nvPr/>
        </p:nvSpPr>
        <p:spPr>
          <a:xfrm rot="9668612" flipH="1" flipV="1">
            <a:off x="-2944403" y="2294990"/>
            <a:ext cx="2700106" cy="1094203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98" name="Picture 2" descr="Cobots Take on Manufacturing Challenges | Automation World">
            <a:extLst>
              <a:ext uri="{FF2B5EF4-FFF2-40B4-BE49-F238E27FC236}">
                <a16:creationId xmlns:a16="http://schemas.microsoft.com/office/drawing/2014/main" id="{67291DAF-D4AB-300A-D7DA-9E5633BA4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203" y="145143"/>
            <a:ext cx="3091091" cy="44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AF3048-E391-40FA-69E6-B784D70A73E2}"/>
              </a:ext>
            </a:extLst>
          </p:cNvPr>
          <p:cNvSpPr txBox="1"/>
          <p:nvPr/>
        </p:nvSpPr>
        <p:spPr>
          <a:xfrm>
            <a:off x="1437287" y="1811039"/>
            <a:ext cx="40391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Built in safety mechanism like force limiting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Response of less than 1 </a:t>
            </a:r>
            <a:r>
              <a:rPr lang="en-GB" sz="1600" b="1" dirty="0" err="1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ms</a:t>
            </a:r>
            <a:endParaRPr lang="en-GB" sz="1600" b="1" dirty="0">
              <a:solidFill>
                <a:schemeClr val="tx2">
                  <a:lumMod val="75000"/>
                </a:schemeClr>
              </a:solidFill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Use advanced sensors and cameras to evaluate their surroundings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Lightweight and made of soft materials so can absorb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tx2">
                  <a:lumMod val="75000"/>
                </a:schemeClr>
              </a:solidFill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6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BF6D8C3A-73D5-C0BE-3B88-9805FDD0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>
            <a:extLst>
              <a:ext uri="{FF2B5EF4-FFF2-40B4-BE49-F238E27FC236}">
                <a16:creationId xmlns:a16="http://schemas.microsoft.com/office/drawing/2014/main" id="{6BE803F7-86A8-506E-DD05-536A54B00555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-3494334" y="131683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01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5" name="Google Shape;275;p30">
            <a:extLst>
              <a:ext uri="{FF2B5EF4-FFF2-40B4-BE49-F238E27FC236}">
                <a16:creationId xmlns:a16="http://schemas.microsoft.com/office/drawing/2014/main" id="{38A82DD2-F5C8-D9AF-F004-5B468C9C76F3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-4115807" y="4045087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03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6" name="Google Shape;276;p30">
            <a:extLst>
              <a:ext uri="{FF2B5EF4-FFF2-40B4-BE49-F238E27FC236}">
                <a16:creationId xmlns:a16="http://schemas.microsoft.com/office/drawing/2014/main" id="{CF81592A-AF06-2D4C-6FAF-5C996ABAD1AB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1660381" y="474895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02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0" name="Google Shape;280;p30">
            <a:extLst>
              <a:ext uri="{FF2B5EF4-FFF2-40B4-BE49-F238E27FC236}">
                <a16:creationId xmlns:a16="http://schemas.microsoft.com/office/drawing/2014/main" id="{2E552546-38E3-90BF-EC02-53EFB194C602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-4157693" y="4406487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Easy to Use</a:t>
            </a:r>
            <a:endParaRPr dirty="0"/>
          </a:p>
        </p:txBody>
      </p:sp>
      <p:sp>
        <p:nvSpPr>
          <p:cNvPr id="281" name="Google Shape;281;p30">
            <a:extLst>
              <a:ext uri="{FF2B5EF4-FFF2-40B4-BE49-F238E27FC236}">
                <a16:creationId xmlns:a16="http://schemas.microsoft.com/office/drawing/2014/main" id="{6CEAA4CC-6BA3-7A72-87D7-549EDF184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038" y="-146934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Principles</a:t>
            </a:r>
            <a:endParaRPr dirty="0"/>
          </a:p>
        </p:txBody>
      </p:sp>
      <p:sp>
        <p:nvSpPr>
          <p:cNvPr id="282" name="Google Shape;282;p30">
            <a:extLst>
              <a:ext uri="{FF2B5EF4-FFF2-40B4-BE49-F238E27FC236}">
                <a16:creationId xmlns:a16="http://schemas.microsoft.com/office/drawing/2014/main" id="{D4B7CD33-425F-9CBB-FBE0-049C8F2C8D5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3468049" y="630386"/>
            <a:ext cx="3091092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Safety</a:t>
            </a:r>
            <a:endParaRPr dirty="0"/>
          </a:p>
        </p:txBody>
      </p:sp>
      <p:sp>
        <p:nvSpPr>
          <p:cNvPr id="283" name="Google Shape;283;p30">
            <a:extLst>
              <a:ext uri="{FF2B5EF4-FFF2-40B4-BE49-F238E27FC236}">
                <a16:creationId xmlns:a16="http://schemas.microsoft.com/office/drawing/2014/main" id="{B44B9DF0-554E-2C27-A613-D40E743EDFDA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602306" y="88838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Flexibility in Operations</a:t>
            </a:r>
            <a:endParaRPr dirty="0"/>
          </a:p>
        </p:txBody>
      </p:sp>
      <p:grpSp>
        <p:nvGrpSpPr>
          <p:cNvPr id="2" name="Google Shape;860;p47">
            <a:extLst>
              <a:ext uri="{FF2B5EF4-FFF2-40B4-BE49-F238E27FC236}">
                <a16:creationId xmlns:a16="http://schemas.microsoft.com/office/drawing/2014/main" id="{2A107365-24DB-E917-C715-844160531B0C}"/>
              </a:ext>
            </a:extLst>
          </p:cNvPr>
          <p:cNvGrpSpPr/>
          <p:nvPr/>
        </p:nvGrpSpPr>
        <p:grpSpPr>
          <a:xfrm>
            <a:off x="-735845" y="1805709"/>
            <a:ext cx="2044858" cy="3360329"/>
            <a:chOff x="4170600" y="338040"/>
            <a:chExt cx="549720" cy="1017720"/>
          </a:xfrm>
        </p:grpSpPr>
        <p:sp>
          <p:nvSpPr>
            <p:cNvPr id="3" name="Google Shape;861;p47">
              <a:extLst>
                <a:ext uri="{FF2B5EF4-FFF2-40B4-BE49-F238E27FC236}">
                  <a16:creationId xmlns:a16="http://schemas.microsoft.com/office/drawing/2014/main" id="{9E29A3D4-8B59-C0A9-F192-3993F95470C8}"/>
                </a:ext>
              </a:extLst>
            </p:cNvPr>
            <p:cNvSpPr/>
            <p:nvPr/>
          </p:nvSpPr>
          <p:spPr>
            <a:xfrm>
              <a:off x="4631760" y="358560"/>
              <a:ext cx="88560" cy="87840"/>
            </a:xfrm>
            <a:custGeom>
              <a:avLst/>
              <a:gdLst/>
              <a:ahLst/>
              <a:cxnLst/>
              <a:rect l="l" t="t" r="r" b="b"/>
              <a:pathLst>
                <a:path w="246" h="244" extrusionOk="0">
                  <a:moveTo>
                    <a:pt x="0" y="122"/>
                  </a:moveTo>
                  <a:cubicBezTo>
                    <a:pt x="0" y="190"/>
                    <a:pt x="55" y="244"/>
                    <a:pt x="123" y="244"/>
                  </a:cubicBezTo>
                  <a:cubicBezTo>
                    <a:pt x="191" y="244"/>
                    <a:pt x="246" y="190"/>
                    <a:pt x="246" y="122"/>
                  </a:cubicBezTo>
                  <a:cubicBezTo>
                    <a:pt x="246" y="55"/>
                    <a:pt x="191" y="0"/>
                    <a:pt x="123" y="0"/>
                  </a:cubicBezTo>
                  <a:cubicBezTo>
                    <a:pt x="55" y="0"/>
                    <a:pt x="0" y="55"/>
                    <a:pt x="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862;p47">
              <a:extLst>
                <a:ext uri="{FF2B5EF4-FFF2-40B4-BE49-F238E27FC236}">
                  <a16:creationId xmlns:a16="http://schemas.microsoft.com/office/drawing/2014/main" id="{D45C3CE2-012A-1041-09C5-51192A93B93D}"/>
                </a:ext>
              </a:extLst>
            </p:cNvPr>
            <p:cNvSpPr/>
            <p:nvPr/>
          </p:nvSpPr>
          <p:spPr>
            <a:xfrm>
              <a:off x="4432320" y="338040"/>
              <a:ext cx="176400" cy="176400"/>
            </a:xfrm>
            <a:custGeom>
              <a:avLst/>
              <a:gdLst/>
              <a:ahLst/>
              <a:cxnLst/>
              <a:rect l="l" t="t" r="r" b="b"/>
              <a:pathLst>
                <a:path w="490" h="490" extrusionOk="0">
                  <a:moveTo>
                    <a:pt x="94" y="93"/>
                  </a:moveTo>
                  <a:cubicBezTo>
                    <a:pt x="-13" y="200"/>
                    <a:pt x="-31" y="354"/>
                    <a:pt x="53" y="438"/>
                  </a:cubicBezTo>
                  <a:cubicBezTo>
                    <a:pt x="137" y="521"/>
                    <a:pt x="291" y="503"/>
                    <a:pt x="397" y="397"/>
                  </a:cubicBezTo>
                  <a:cubicBezTo>
                    <a:pt x="503" y="290"/>
                    <a:pt x="522" y="136"/>
                    <a:pt x="438" y="53"/>
                  </a:cubicBezTo>
                  <a:cubicBezTo>
                    <a:pt x="354" y="-31"/>
                    <a:pt x="200" y="-13"/>
                    <a:pt x="94" y="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863;p47">
              <a:extLst>
                <a:ext uri="{FF2B5EF4-FFF2-40B4-BE49-F238E27FC236}">
                  <a16:creationId xmlns:a16="http://schemas.microsoft.com/office/drawing/2014/main" id="{024A6E18-B47D-8734-6D51-5B4491F317F2}"/>
                </a:ext>
              </a:extLst>
            </p:cNvPr>
            <p:cNvSpPr/>
            <p:nvPr/>
          </p:nvSpPr>
          <p:spPr>
            <a:xfrm>
              <a:off x="4289040" y="420480"/>
              <a:ext cx="237240" cy="2376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224" y="660"/>
                  </a:moveTo>
                  <a:lnTo>
                    <a:pt x="354" y="489"/>
                  </a:lnTo>
                  <a:cubicBezTo>
                    <a:pt x="393" y="438"/>
                    <a:pt x="437" y="394"/>
                    <a:pt x="488" y="355"/>
                  </a:cubicBezTo>
                  <a:lnTo>
                    <a:pt x="659" y="225"/>
                  </a:lnTo>
                  <a:lnTo>
                    <a:pt x="547" y="113"/>
                  </a:lnTo>
                  <a:lnTo>
                    <a:pt x="434" y="0"/>
                  </a:lnTo>
                  <a:lnTo>
                    <a:pt x="303" y="173"/>
                  </a:lnTo>
                  <a:cubicBezTo>
                    <a:pt x="266" y="222"/>
                    <a:pt x="221" y="267"/>
                    <a:pt x="172" y="304"/>
                  </a:cubicBezTo>
                  <a:lnTo>
                    <a:pt x="0" y="435"/>
                  </a:lnTo>
                  <a:lnTo>
                    <a:pt x="112" y="548"/>
                  </a:lnTo>
                  <a:lnTo>
                    <a:pt x="224" y="6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864;p47">
              <a:extLst>
                <a:ext uri="{FF2B5EF4-FFF2-40B4-BE49-F238E27FC236}">
                  <a16:creationId xmlns:a16="http://schemas.microsoft.com/office/drawing/2014/main" id="{60EFE0FD-A507-744A-72AF-041F3626EACF}"/>
                </a:ext>
              </a:extLst>
            </p:cNvPr>
            <p:cNvSpPr/>
            <p:nvPr/>
          </p:nvSpPr>
          <p:spPr>
            <a:xfrm>
              <a:off x="4582800" y="358560"/>
              <a:ext cx="93240" cy="87840"/>
            </a:xfrm>
            <a:custGeom>
              <a:avLst/>
              <a:gdLst/>
              <a:ahLst/>
              <a:cxnLst/>
              <a:rect l="l" t="t" r="r" b="b"/>
              <a:pathLst>
                <a:path w="259" h="244" extrusionOk="0">
                  <a:moveTo>
                    <a:pt x="0" y="244"/>
                  </a:moveTo>
                  <a:lnTo>
                    <a:pt x="259" y="244"/>
                  </a:lnTo>
                  <a:lnTo>
                    <a:pt x="259" y="0"/>
                  </a:lnTo>
                  <a:lnTo>
                    <a:pt x="0" y="0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865;p47">
              <a:extLst>
                <a:ext uri="{FF2B5EF4-FFF2-40B4-BE49-F238E27FC236}">
                  <a16:creationId xmlns:a16="http://schemas.microsoft.com/office/drawing/2014/main" id="{64A54B45-05E5-8D9D-C53F-D5904C3A9F52}"/>
                </a:ext>
              </a:extLst>
            </p:cNvPr>
            <p:cNvSpPr/>
            <p:nvPr/>
          </p:nvSpPr>
          <p:spPr>
            <a:xfrm>
              <a:off x="4324320" y="384480"/>
              <a:ext cx="351720" cy="252720"/>
            </a:xfrm>
            <a:custGeom>
              <a:avLst/>
              <a:gdLst/>
              <a:ahLst/>
              <a:cxnLst/>
              <a:rect l="l" t="t" r="r" b="b"/>
              <a:pathLst>
                <a:path w="977" h="702" extrusionOk="0">
                  <a:moveTo>
                    <a:pt x="754" y="0"/>
                  </a:moveTo>
                  <a:cubicBezTo>
                    <a:pt x="754" y="0"/>
                    <a:pt x="741" y="137"/>
                    <a:pt x="682" y="189"/>
                  </a:cubicBezTo>
                  <a:cubicBezTo>
                    <a:pt x="618" y="245"/>
                    <a:pt x="541" y="270"/>
                    <a:pt x="458" y="270"/>
                  </a:cubicBezTo>
                  <a:cubicBezTo>
                    <a:pt x="416" y="270"/>
                    <a:pt x="344" y="233"/>
                    <a:pt x="344" y="233"/>
                  </a:cubicBezTo>
                  <a:lnTo>
                    <a:pt x="424" y="306"/>
                  </a:lnTo>
                  <a:cubicBezTo>
                    <a:pt x="443" y="324"/>
                    <a:pt x="442" y="353"/>
                    <a:pt x="423" y="371"/>
                  </a:cubicBezTo>
                  <a:lnTo>
                    <a:pt x="194" y="577"/>
                  </a:lnTo>
                  <a:cubicBezTo>
                    <a:pt x="194" y="577"/>
                    <a:pt x="98" y="456"/>
                    <a:pt x="9" y="473"/>
                  </a:cubicBezTo>
                  <a:cubicBezTo>
                    <a:pt x="-49" y="484"/>
                    <a:pt x="193" y="702"/>
                    <a:pt x="193" y="702"/>
                  </a:cubicBezTo>
                  <a:cubicBezTo>
                    <a:pt x="193" y="692"/>
                    <a:pt x="193" y="683"/>
                    <a:pt x="192" y="674"/>
                  </a:cubicBezTo>
                  <a:lnTo>
                    <a:pt x="256" y="589"/>
                  </a:lnTo>
                  <a:cubicBezTo>
                    <a:pt x="295" y="538"/>
                    <a:pt x="340" y="494"/>
                    <a:pt x="390" y="455"/>
                  </a:cubicBezTo>
                  <a:lnTo>
                    <a:pt x="516" y="360"/>
                  </a:lnTo>
                  <a:cubicBezTo>
                    <a:pt x="578" y="352"/>
                    <a:pt x="644" y="321"/>
                    <a:pt x="697" y="268"/>
                  </a:cubicBezTo>
                  <a:cubicBezTo>
                    <a:pt x="726" y="239"/>
                    <a:pt x="748" y="206"/>
                    <a:pt x="764" y="172"/>
                  </a:cubicBezTo>
                  <a:lnTo>
                    <a:pt x="977" y="172"/>
                  </a:lnTo>
                  <a:lnTo>
                    <a:pt x="977" y="116"/>
                  </a:lnTo>
                  <a:lnTo>
                    <a:pt x="787" y="116"/>
                  </a:lnTo>
                  <a:cubicBezTo>
                    <a:pt x="774" y="116"/>
                    <a:pt x="763" y="106"/>
                    <a:pt x="762" y="93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66;p47">
              <a:extLst>
                <a:ext uri="{FF2B5EF4-FFF2-40B4-BE49-F238E27FC236}">
                  <a16:creationId xmlns:a16="http://schemas.microsoft.com/office/drawing/2014/main" id="{435ECB4E-2D4F-9A11-1678-FDCC3B1D998C}"/>
                </a:ext>
              </a:extLst>
            </p:cNvPr>
            <p:cNvSpPr/>
            <p:nvPr/>
          </p:nvSpPr>
          <p:spPr>
            <a:xfrm>
              <a:off x="4170600" y="552600"/>
              <a:ext cx="223200" cy="223560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118" y="119"/>
                  </a:moveTo>
                  <a:cubicBezTo>
                    <a:pt x="-17" y="254"/>
                    <a:pt x="-40" y="449"/>
                    <a:pt x="66" y="555"/>
                  </a:cubicBezTo>
                  <a:cubicBezTo>
                    <a:pt x="173" y="661"/>
                    <a:pt x="368" y="638"/>
                    <a:pt x="502" y="503"/>
                  </a:cubicBezTo>
                  <a:cubicBezTo>
                    <a:pt x="637" y="369"/>
                    <a:pt x="660" y="174"/>
                    <a:pt x="554" y="67"/>
                  </a:cubicBezTo>
                  <a:cubicBezTo>
                    <a:pt x="448" y="-39"/>
                    <a:pt x="253" y="-16"/>
                    <a:pt x="11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867;p47">
              <a:extLst>
                <a:ext uri="{FF2B5EF4-FFF2-40B4-BE49-F238E27FC236}">
                  <a16:creationId xmlns:a16="http://schemas.microsoft.com/office/drawing/2014/main" id="{D4D9A537-C444-34F7-386B-796698644E37}"/>
                </a:ext>
              </a:extLst>
            </p:cNvPr>
            <p:cNvSpPr/>
            <p:nvPr/>
          </p:nvSpPr>
          <p:spPr>
            <a:xfrm>
              <a:off x="4400280" y="788760"/>
              <a:ext cx="195480" cy="225720"/>
            </a:xfrm>
            <a:custGeom>
              <a:avLst/>
              <a:gdLst/>
              <a:ahLst/>
              <a:cxnLst/>
              <a:rect l="l" t="t" r="r" b="b"/>
              <a:pathLst>
                <a:path w="543" h="627" extrusionOk="0">
                  <a:moveTo>
                    <a:pt x="0" y="314"/>
                  </a:moveTo>
                  <a:cubicBezTo>
                    <a:pt x="0" y="487"/>
                    <a:pt x="121" y="627"/>
                    <a:pt x="271" y="627"/>
                  </a:cubicBezTo>
                  <a:cubicBezTo>
                    <a:pt x="421" y="627"/>
                    <a:pt x="543" y="487"/>
                    <a:pt x="543" y="314"/>
                  </a:cubicBezTo>
                  <a:cubicBezTo>
                    <a:pt x="543" y="141"/>
                    <a:pt x="421" y="0"/>
                    <a:pt x="271" y="0"/>
                  </a:cubicBezTo>
                  <a:cubicBezTo>
                    <a:pt x="121" y="0"/>
                    <a:pt x="0" y="141"/>
                    <a:pt x="0" y="3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68;p47">
              <a:extLst>
                <a:ext uri="{FF2B5EF4-FFF2-40B4-BE49-F238E27FC236}">
                  <a16:creationId xmlns:a16="http://schemas.microsoft.com/office/drawing/2014/main" id="{1564003F-2FA8-63C7-3BAD-8A5BD7CFBA86}"/>
                </a:ext>
              </a:extLst>
            </p:cNvPr>
            <p:cNvSpPr/>
            <p:nvPr/>
          </p:nvSpPr>
          <p:spPr>
            <a:xfrm>
              <a:off x="4412520" y="956880"/>
              <a:ext cx="170640" cy="140400"/>
            </a:xfrm>
            <a:custGeom>
              <a:avLst/>
              <a:gdLst/>
              <a:ahLst/>
              <a:cxnLst/>
              <a:rect l="l" t="t" r="r" b="b"/>
              <a:pathLst>
                <a:path w="474" h="390" extrusionOk="0">
                  <a:moveTo>
                    <a:pt x="0" y="390"/>
                  </a:moveTo>
                  <a:lnTo>
                    <a:pt x="474" y="390"/>
                  </a:lnTo>
                  <a:lnTo>
                    <a:pt x="474" y="0"/>
                  </a:lnTo>
                  <a:lnTo>
                    <a:pt x="0" y="0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69;p47">
              <a:extLst>
                <a:ext uri="{FF2B5EF4-FFF2-40B4-BE49-F238E27FC236}">
                  <a16:creationId xmlns:a16="http://schemas.microsoft.com/office/drawing/2014/main" id="{CF26FE85-AF22-EA98-B131-5307647AA0E1}"/>
                </a:ext>
              </a:extLst>
            </p:cNvPr>
            <p:cNvSpPr/>
            <p:nvPr/>
          </p:nvSpPr>
          <p:spPr>
            <a:xfrm>
              <a:off x="4267080" y="655560"/>
              <a:ext cx="266400" cy="266400"/>
            </a:xfrm>
            <a:custGeom>
              <a:avLst/>
              <a:gdLst/>
              <a:ahLst/>
              <a:cxnLst/>
              <a:rect l="l" t="t" r="r" b="b"/>
              <a:pathLst>
                <a:path w="740" h="740" extrusionOk="0">
                  <a:moveTo>
                    <a:pt x="434" y="740"/>
                  </a:moveTo>
                  <a:lnTo>
                    <a:pt x="587" y="588"/>
                  </a:lnTo>
                  <a:lnTo>
                    <a:pt x="740" y="435"/>
                  </a:lnTo>
                  <a:lnTo>
                    <a:pt x="568" y="337"/>
                  </a:lnTo>
                  <a:cubicBezTo>
                    <a:pt x="500" y="297"/>
                    <a:pt x="442" y="240"/>
                    <a:pt x="403" y="171"/>
                  </a:cubicBezTo>
                  <a:lnTo>
                    <a:pt x="305" y="0"/>
                  </a:lnTo>
                  <a:lnTo>
                    <a:pt x="152" y="153"/>
                  </a:lnTo>
                  <a:lnTo>
                    <a:pt x="0" y="306"/>
                  </a:lnTo>
                  <a:lnTo>
                    <a:pt x="171" y="404"/>
                  </a:lnTo>
                  <a:cubicBezTo>
                    <a:pt x="240" y="443"/>
                    <a:pt x="297" y="500"/>
                    <a:pt x="336" y="569"/>
                  </a:cubicBezTo>
                  <a:lnTo>
                    <a:pt x="434" y="7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70;p47">
              <a:extLst>
                <a:ext uri="{FF2B5EF4-FFF2-40B4-BE49-F238E27FC236}">
                  <a16:creationId xmlns:a16="http://schemas.microsoft.com/office/drawing/2014/main" id="{A266478D-CB25-0178-2E47-149EAF0ADDDA}"/>
                </a:ext>
              </a:extLst>
            </p:cNvPr>
            <p:cNvSpPr/>
            <p:nvPr/>
          </p:nvSpPr>
          <p:spPr>
            <a:xfrm>
              <a:off x="4170600" y="620640"/>
              <a:ext cx="412560" cy="476640"/>
            </a:xfrm>
            <a:custGeom>
              <a:avLst/>
              <a:gdLst/>
              <a:ahLst/>
              <a:cxnLst/>
              <a:rect l="l" t="t" r="r" b="b"/>
              <a:pathLst>
                <a:path w="1146" h="1324" extrusionOk="0">
                  <a:moveTo>
                    <a:pt x="909" y="1107"/>
                  </a:moveTo>
                  <a:cubicBezTo>
                    <a:pt x="1092" y="1085"/>
                    <a:pt x="1127" y="960"/>
                    <a:pt x="1127" y="960"/>
                  </a:cubicBezTo>
                  <a:cubicBezTo>
                    <a:pt x="1127" y="960"/>
                    <a:pt x="1026" y="1110"/>
                    <a:pt x="852" y="1041"/>
                  </a:cubicBezTo>
                  <a:cubicBezTo>
                    <a:pt x="767" y="1007"/>
                    <a:pt x="718" y="918"/>
                    <a:pt x="702" y="837"/>
                  </a:cubicBezTo>
                  <a:cubicBezTo>
                    <a:pt x="692" y="787"/>
                    <a:pt x="709" y="696"/>
                    <a:pt x="750" y="633"/>
                  </a:cubicBezTo>
                  <a:cubicBezTo>
                    <a:pt x="778" y="592"/>
                    <a:pt x="839" y="529"/>
                    <a:pt x="839" y="529"/>
                  </a:cubicBezTo>
                  <a:cubicBezTo>
                    <a:pt x="839" y="529"/>
                    <a:pt x="669" y="620"/>
                    <a:pt x="658" y="603"/>
                  </a:cubicBezTo>
                  <a:cubicBezTo>
                    <a:pt x="648" y="586"/>
                    <a:pt x="438" y="435"/>
                    <a:pt x="431" y="406"/>
                  </a:cubicBezTo>
                  <a:cubicBezTo>
                    <a:pt x="424" y="377"/>
                    <a:pt x="512" y="318"/>
                    <a:pt x="554" y="265"/>
                  </a:cubicBezTo>
                  <a:cubicBezTo>
                    <a:pt x="603" y="204"/>
                    <a:pt x="604" y="151"/>
                    <a:pt x="604" y="151"/>
                  </a:cubicBezTo>
                  <a:cubicBezTo>
                    <a:pt x="604" y="151"/>
                    <a:pt x="534" y="288"/>
                    <a:pt x="377" y="342"/>
                  </a:cubicBezTo>
                  <a:cubicBezTo>
                    <a:pt x="256" y="383"/>
                    <a:pt x="111" y="339"/>
                    <a:pt x="57" y="240"/>
                  </a:cubicBezTo>
                  <a:cubicBezTo>
                    <a:pt x="2" y="140"/>
                    <a:pt x="61" y="5"/>
                    <a:pt x="62" y="0"/>
                  </a:cubicBezTo>
                  <a:cubicBezTo>
                    <a:pt x="61" y="1"/>
                    <a:pt x="61" y="1"/>
                    <a:pt x="60" y="2"/>
                  </a:cubicBezTo>
                  <a:lnTo>
                    <a:pt x="38" y="41"/>
                  </a:lnTo>
                  <a:cubicBezTo>
                    <a:pt x="-20" y="157"/>
                    <a:pt x="-13" y="287"/>
                    <a:pt x="66" y="366"/>
                  </a:cubicBezTo>
                  <a:cubicBezTo>
                    <a:pt x="127" y="426"/>
                    <a:pt x="216" y="445"/>
                    <a:pt x="306" y="425"/>
                  </a:cubicBezTo>
                  <a:lnTo>
                    <a:pt x="439" y="501"/>
                  </a:lnTo>
                  <a:cubicBezTo>
                    <a:pt x="508" y="540"/>
                    <a:pt x="565" y="597"/>
                    <a:pt x="604" y="666"/>
                  </a:cubicBezTo>
                  <a:lnTo>
                    <a:pt x="641" y="731"/>
                  </a:lnTo>
                  <a:cubicBezTo>
                    <a:pt x="639" y="747"/>
                    <a:pt x="638" y="764"/>
                    <a:pt x="638" y="781"/>
                  </a:cubicBezTo>
                  <a:cubicBezTo>
                    <a:pt x="638" y="836"/>
                    <a:pt x="650" y="889"/>
                    <a:pt x="672" y="934"/>
                  </a:cubicBezTo>
                  <a:lnTo>
                    <a:pt x="672" y="1324"/>
                  </a:lnTo>
                  <a:lnTo>
                    <a:pt x="1146" y="1324"/>
                  </a:lnTo>
                  <a:lnTo>
                    <a:pt x="858" y="1285"/>
                  </a:lnTo>
                  <a:cubicBezTo>
                    <a:pt x="804" y="1278"/>
                    <a:pt x="764" y="1232"/>
                    <a:pt x="764" y="1178"/>
                  </a:cubicBezTo>
                  <a:lnTo>
                    <a:pt x="764" y="1072"/>
                  </a:lnTo>
                  <a:cubicBezTo>
                    <a:pt x="764" y="1072"/>
                    <a:pt x="846" y="1115"/>
                    <a:pt x="909" y="1107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71;p47">
              <a:extLst>
                <a:ext uri="{FF2B5EF4-FFF2-40B4-BE49-F238E27FC236}">
                  <a16:creationId xmlns:a16="http://schemas.microsoft.com/office/drawing/2014/main" id="{3846FDE5-2B90-9763-AA95-6754D3FB4015}"/>
                </a:ext>
              </a:extLst>
            </p:cNvPr>
            <p:cNvSpPr/>
            <p:nvPr/>
          </p:nvSpPr>
          <p:spPr>
            <a:xfrm>
              <a:off x="4367520" y="1097280"/>
              <a:ext cx="266040" cy="258480"/>
            </a:xfrm>
            <a:custGeom>
              <a:avLst/>
              <a:gdLst/>
              <a:ahLst/>
              <a:cxnLst/>
              <a:rect l="l" t="t" r="r" b="b"/>
              <a:pathLst>
                <a:path w="739" h="718" extrusionOk="0">
                  <a:moveTo>
                    <a:pt x="0" y="718"/>
                  </a:moveTo>
                  <a:lnTo>
                    <a:pt x="739" y="718"/>
                  </a:lnTo>
                  <a:lnTo>
                    <a:pt x="739" y="0"/>
                  </a:lnTo>
                  <a:lnTo>
                    <a:pt x="0" y="0"/>
                  </a:lnTo>
                  <a:lnTo>
                    <a:pt x="0" y="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72;p47">
              <a:extLst>
                <a:ext uri="{FF2B5EF4-FFF2-40B4-BE49-F238E27FC236}">
                  <a16:creationId xmlns:a16="http://schemas.microsoft.com/office/drawing/2014/main" id="{647FA97F-D0CE-343B-F21D-888020708A1D}"/>
                </a:ext>
              </a:extLst>
            </p:cNvPr>
            <p:cNvSpPr/>
            <p:nvPr/>
          </p:nvSpPr>
          <p:spPr>
            <a:xfrm>
              <a:off x="4348080" y="109728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73;p47">
              <a:extLst>
                <a:ext uri="{FF2B5EF4-FFF2-40B4-BE49-F238E27FC236}">
                  <a16:creationId xmlns:a16="http://schemas.microsoft.com/office/drawing/2014/main" id="{29AFC7F9-3D21-5A08-B6CA-3A931175EC1C}"/>
                </a:ext>
              </a:extLst>
            </p:cNvPr>
            <p:cNvSpPr/>
            <p:nvPr/>
          </p:nvSpPr>
          <p:spPr>
            <a:xfrm>
              <a:off x="4348080" y="132732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74;p47">
              <a:extLst>
                <a:ext uri="{FF2B5EF4-FFF2-40B4-BE49-F238E27FC236}">
                  <a16:creationId xmlns:a16="http://schemas.microsoft.com/office/drawing/2014/main" id="{B16CD17A-7170-8AC6-8482-1BAD60D78E5D}"/>
                </a:ext>
              </a:extLst>
            </p:cNvPr>
            <p:cNvSpPr/>
            <p:nvPr/>
          </p:nvSpPr>
          <p:spPr>
            <a:xfrm>
              <a:off x="4367520" y="1125720"/>
              <a:ext cx="266040" cy="201600"/>
            </a:xfrm>
            <a:custGeom>
              <a:avLst/>
              <a:gdLst/>
              <a:ahLst/>
              <a:cxnLst/>
              <a:rect l="l" t="t" r="r" b="b"/>
              <a:pathLst>
                <a:path w="739" h="560" extrusionOk="0">
                  <a:moveTo>
                    <a:pt x="739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739" y="560"/>
                  </a:lnTo>
                  <a:lnTo>
                    <a:pt x="213" y="489"/>
                  </a:lnTo>
                  <a:cubicBezTo>
                    <a:pt x="155" y="481"/>
                    <a:pt x="111" y="431"/>
                    <a:pt x="111" y="372"/>
                  </a:cubicBezTo>
                  <a:lnTo>
                    <a:pt x="111" y="191"/>
                  </a:lnTo>
                  <a:cubicBezTo>
                    <a:pt x="111" y="133"/>
                    <a:pt x="154" y="83"/>
                    <a:pt x="212" y="75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ACF3D8C-1FD8-6673-F640-79DFDBF367DF}"/>
              </a:ext>
            </a:extLst>
          </p:cNvPr>
          <p:cNvSpPr/>
          <p:nvPr/>
        </p:nvSpPr>
        <p:spPr>
          <a:xfrm rot="3265923" flipH="1">
            <a:off x="-2657462" y="1312648"/>
            <a:ext cx="2625890" cy="949281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BAA7314-83F9-ACDC-B8E3-F9EAC054511A}"/>
              </a:ext>
            </a:extLst>
          </p:cNvPr>
          <p:cNvSpPr/>
          <p:nvPr/>
        </p:nvSpPr>
        <p:spPr>
          <a:xfrm rot="9162318">
            <a:off x="-2310218" y="4060399"/>
            <a:ext cx="2574466" cy="1354255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EFC4A4C-EAFB-EAFB-A76B-7866B608A294}"/>
              </a:ext>
            </a:extLst>
          </p:cNvPr>
          <p:cNvSpPr/>
          <p:nvPr/>
        </p:nvSpPr>
        <p:spPr>
          <a:xfrm rot="9668612" flipV="1">
            <a:off x="304740" y="1037050"/>
            <a:ext cx="1428700" cy="689686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EF0BC-DD31-8D66-82EE-BA5FBCC0D7EB}"/>
              </a:ext>
            </a:extLst>
          </p:cNvPr>
          <p:cNvSpPr txBox="1"/>
          <p:nvPr/>
        </p:nvSpPr>
        <p:spPr>
          <a:xfrm>
            <a:off x="1484713" y="1873462"/>
            <a:ext cx="37093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Performs repetitive tasks like packaging, assembly line, quality checks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With the help Machine Learning, they can adapt to any workflow </a:t>
            </a:r>
          </a:p>
        </p:txBody>
      </p:sp>
      <p:pic>
        <p:nvPicPr>
          <p:cNvPr id="5122" name="Picture 2" descr="Financial Benefits of Cobots in CNC">
            <a:extLst>
              <a:ext uri="{FF2B5EF4-FFF2-40B4-BE49-F238E27FC236}">
                <a16:creationId xmlns:a16="http://schemas.microsoft.com/office/drawing/2014/main" id="{BACB0C92-EC3D-8CF3-A189-2E27504E8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508" y="460457"/>
            <a:ext cx="3371785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09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2C92B703-565C-9342-0B37-1D84976FF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>
            <a:extLst>
              <a:ext uri="{FF2B5EF4-FFF2-40B4-BE49-F238E27FC236}">
                <a16:creationId xmlns:a16="http://schemas.microsoft.com/office/drawing/2014/main" id="{67EF9665-1433-EE2E-88EE-44978BB31162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-3494334" y="131683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01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5" name="Google Shape;275;p30">
            <a:extLst>
              <a:ext uri="{FF2B5EF4-FFF2-40B4-BE49-F238E27FC236}">
                <a16:creationId xmlns:a16="http://schemas.microsoft.com/office/drawing/2014/main" id="{B69539AB-3368-051E-05E5-83AED1D15C2B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1791507" y="526986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03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6" name="Google Shape;276;p30">
            <a:extLst>
              <a:ext uri="{FF2B5EF4-FFF2-40B4-BE49-F238E27FC236}">
                <a16:creationId xmlns:a16="http://schemas.microsoft.com/office/drawing/2014/main" id="{997F35CD-6BDE-A9CF-5BDF-502F23FB596C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-2912216" y="1744207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02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0" name="Google Shape;280;p30">
            <a:extLst>
              <a:ext uri="{FF2B5EF4-FFF2-40B4-BE49-F238E27FC236}">
                <a16:creationId xmlns:a16="http://schemas.microsoft.com/office/drawing/2014/main" id="{855989D6-FC87-9177-E818-B2F6C8B9EA6E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749621" y="88838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Easy to Use</a:t>
            </a:r>
            <a:endParaRPr dirty="0"/>
          </a:p>
        </p:txBody>
      </p:sp>
      <p:sp>
        <p:nvSpPr>
          <p:cNvPr id="281" name="Google Shape;281;p30">
            <a:extLst>
              <a:ext uri="{FF2B5EF4-FFF2-40B4-BE49-F238E27FC236}">
                <a16:creationId xmlns:a16="http://schemas.microsoft.com/office/drawing/2014/main" id="{015C8EE2-0FA5-7F32-B31F-829C0E59AF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038" y="-146934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Principles</a:t>
            </a:r>
            <a:endParaRPr dirty="0"/>
          </a:p>
        </p:txBody>
      </p:sp>
      <p:sp>
        <p:nvSpPr>
          <p:cNvPr id="282" name="Google Shape;282;p30">
            <a:extLst>
              <a:ext uri="{FF2B5EF4-FFF2-40B4-BE49-F238E27FC236}">
                <a16:creationId xmlns:a16="http://schemas.microsoft.com/office/drawing/2014/main" id="{1E47301F-ADB2-CB33-F24C-C0FFAD6ED8B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3468049" y="630386"/>
            <a:ext cx="3091092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Safety</a:t>
            </a:r>
            <a:endParaRPr dirty="0"/>
          </a:p>
        </p:txBody>
      </p:sp>
      <p:sp>
        <p:nvSpPr>
          <p:cNvPr id="283" name="Google Shape;283;p30">
            <a:extLst>
              <a:ext uri="{FF2B5EF4-FFF2-40B4-BE49-F238E27FC236}">
                <a16:creationId xmlns:a16="http://schemas.microsoft.com/office/drawing/2014/main" id="{2DD9B904-00D8-C335-16D2-E1116A3A01B5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-3832853" y="2222804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Flexibility in Operations</a:t>
            </a:r>
            <a:endParaRPr dirty="0"/>
          </a:p>
        </p:txBody>
      </p:sp>
      <p:grpSp>
        <p:nvGrpSpPr>
          <p:cNvPr id="2" name="Google Shape;860;p47">
            <a:extLst>
              <a:ext uri="{FF2B5EF4-FFF2-40B4-BE49-F238E27FC236}">
                <a16:creationId xmlns:a16="http://schemas.microsoft.com/office/drawing/2014/main" id="{34BCD08E-3D70-BDD7-1B95-5F33506C0C16}"/>
              </a:ext>
            </a:extLst>
          </p:cNvPr>
          <p:cNvGrpSpPr/>
          <p:nvPr/>
        </p:nvGrpSpPr>
        <p:grpSpPr>
          <a:xfrm>
            <a:off x="-735845" y="1805709"/>
            <a:ext cx="2044858" cy="3360329"/>
            <a:chOff x="4170600" y="338040"/>
            <a:chExt cx="549720" cy="1017720"/>
          </a:xfrm>
        </p:grpSpPr>
        <p:sp>
          <p:nvSpPr>
            <p:cNvPr id="3" name="Google Shape;861;p47">
              <a:extLst>
                <a:ext uri="{FF2B5EF4-FFF2-40B4-BE49-F238E27FC236}">
                  <a16:creationId xmlns:a16="http://schemas.microsoft.com/office/drawing/2014/main" id="{55E8CE71-EBC2-E35F-38FE-E486C584E1A6}"/>
                </a:ext>
              </a:extLst>
            </p:cNvPr>
            <p:cNvSpPr/>
            <p:nvPr/>
          </p:nvSpPr>
          <p:spPr>
            <a:xfrm>
              <a:off x="4631760" y="358560"/>
              <a:ext cx="88560" cy="87840"/>
            </a:xfrm>
            <a:custGeom>
              <a:avLst/>
              <a:gdLst/>
              <a:ahLst/>
              <a:cxnLst/>
              <a:rect l="l" t="t" r="r" b="b"/>
              <a:pathLst>
                <a:path w="246" h="244" extrusionOk="0">
                  <a:moveTo>
                    <a:pt x="0" y="122"/>
                  </a:moveTo>
                  <a:cubicBezTo>
                    <a:pt x="0" y="190"/>
                    <a:pt x="55" y="244"/>
                    <a:pt x="123" y="244"/>
                  </a:cubicBezTo>
                  <a:cubicBezTo>
                    <a:pt x="191" y="244"/>
                    <a:pt x="246" y="190"/>
                    <a:pt x="246" y="122"/>
                  </a:cubicBezTo>
                  <a:cubicBezTo>
                    <a:pt x="246" y="55"/>
                    <a:pt x="191" y="0"/>
                    <a:pt x="123" y="0"/>
                  </a:cubicBezTo>
                  <a:cubicBezTo>
                    <a:pt x="55" y="0"/>
                    <a:pt x="0" y="55"/>
                    <a:pt x="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862;p47">
              <a:extLst>
                <a:ext uri="{FF2B5EF4-FFF2-40B4-BE49-F238E27FC236}">
                  <a16:creationId xmlns:a16="http://schemas.microsoft.com/office/drawing/2014/main" id="{E09030CD-93D5-E32B-EE56-0C91B7E6EFE5}"/>
                </a:ext>
              </a:extLst>
            </p:cNvPr>
            <p:cNvSpPr/>
            <p:nvPr/>
          </p:nvSpPr>
          <p:spPr>
            <a:xfrm>
              <a:off x="4432320" y="338040"/>
              <a:ext cx="176400" cy="176400"/>
            </a:xfrm>
            <a:custGeom>
              <a:avLst/>
              <a:gdLst/>
              <a:ahLst/>
              <a:cxnLst/>
              <a:rect l="l" t="t" r="r" b="b"/>
              <a:pathLst>
                <a:path w="490" h="490" extrusionOk="0">
                  <a:moveTo>
                    <a:pt x="94" y="93"/>
                  </a:moveTo>
                  <a:cubicBezTo>
                    <a:pt x="-13" y="200"/>
                    <a:pt x="-31" y="354"/>
                    <a:pt x="53" y="438"/>
                  </a:cubicBezTo>
                  <a:cubicBezTo>
                    <a:pt x="137" y="521"/>
                    <a:pt x="291" y="503"/>
                    <a:pt x="397" y="397"/>
                  </a:cubicBezTo>
                  <a:cubicBezTo>
                    <a:pt x="503" y="290"/>
                    <a:pt x="522" y="136"/>
                    <a:pt x="438" y="53"/>
                  </a:cubicBezTo>
                  <a:cubicBezTo>
                    <a:pt x="354" y="-31"/>
                    <a:pt x="200" y="-13"/>
                    <a:pt x="94" y="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863;p47">
              <a:extLst>
                <a:ext uri="{FF2B5EF4-FFF2-40B4-BE49-F238E27FC236}">
                  <a16:creationId xmlns:a16="http://schemas.microsoft.com/office/drawing/2014/main" id="{3750885F-528B-E098-013D-938C87A0AFEB}"/>
                </a:ext>
              </a:extLst>
            </p:cNvPr>
            <p:cNvSpPr/>
            <p:nvPr/>
          </p:nvSpPr>
          <p:spPr>
            <a:xfrm>
              <a:off x="4289040" y="420480"/>
              <a:ext cx="237240" cy="2376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224" y="660"/>
                  </a:moveTo>
                  <a:lnTo>
                    <a:pt x="354" y="489"/>
                  </a:lnTo>
                  <a:cubicBezTo>
                    <a:pt x="393" y="438"/>
                    <a:pt x="437" y="394"/>
                    <a:pt x="488" y="355"/>
                  </a:cubicBezTo>
                  <a:lnTo>
                    <a:pt x="659" y="225"/>
                  </a:lnTo>
                  <a:lnTo>
                    <a:pt x="547" y="113"/>
                  </a:lnTo>
                  <a:lnTo>
                    <a:pt x="434" y="0"/>
                  </a:lnTo>
                  <a:lnTo>
                    <a:pt x="303" y="173"/>
                  </a:lnTo>
                  <a:cubicBezTo>
                    <a:pt x="266" y="222"/>
                    <a:pt x="221" y="267"/>
                    <a:pt x="172" y="304"/>
                  </a:cubicBezTo>
                  <a:lnTo>
                    <a:pt x="0" y="435"/>
                  </a:lnTo>
                  <a:lnTo>
                    <a:pt x="112" y="548"/>
                  </a:lnTo>
                  <a:lnTo>
                    <a:pt x="224" y="6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864;p47">
              <a:extLst>
                <a:ext uri="{FF2B5EF4-FFF2-40B4-BE49-F238E27FC236}">
                  <a16:creationId xmlns:a16="http://schemas.microsoft.com/office/drawing/2014/main" id="{53C8AEB2-CEB1-0ACA-0EA5-0A0BB7A3FB0F}"/>
                </a:ext>
              </a:extLst>
            </p:cNvPr>
            <p:cNvSpPr/>
            <p:nvPr/>
          </p:nvSpPr>
          <p:spPr>
            <a:xfrm>
              <a:off x="4582800" y="358560"/>
              <a:ext cx="93240" cy="87840"/>
            </a:xfrm>
            <a:custGeom>
              <a:avLst/>
              <a:gdLst/>
              <a:ahLst/>
              <a:cxnLst/>
              <a:rect l="l" t="t" r="r" b="b"/>
              <a:pathLst>
                <a:path w="259" h="244" extrusionOk="0">
                  <a:moveTo>
                    <a:pt x="0" y="244"/>
                  </a:moveTo>
                  <a:lnTo>
                    <a:pt x="259" y="244"/>
                  </a:lnTo>
                  <a:lnTo>
                    <a:pt x="259" y="0"/>
                  </a:lnTo>
                  <a:lnTo>
                    <a:pt x="0" y="0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865;p47">
              <a:extLst>
                <a:ext uri="{FF2B5EF4-FFF2-40B4-BE49-F238E27FC236}">
                  <a16:creationId xmlns:a16="http://schemas.microsoft.com/office/drawing/2014/main" id="{20FB6DBC-8FC0-A373-4395-E47F10E30D70}"/>
                </a:ext>
              </a:extLst>
            </p:cNvPr>
            <p:cNvSpPr/>
            <p:nvPr/>
          </p:nvSpPr>
          <p:spPr>
            <a:xfrm>
              <a:off x="4324320" y="384480"/>
              <a:ext cx="351720" cy="252720"/>
            </a:xfrm>
            <a:custGeom>
              <a:avLst/>
              <a:gdLst/>
              <a:ahLst/>
              <a:cxnLst/>
              <a:rect l="l" t="t" r="r" b="b"/>
              <a:pathLst>
                <a:path w="977" h="702" extrusionOk="0">
                  <a:moveTo>
                    <a:pt x="754" y="0"/>
                  </a:moveTo>
                  <a:cubicBezTo>
                    <a:pt x="754" y="0"/>
                    <a:pt x="741" y="137"/>
                    <a:pt x="682" y="189"/>
                  </a:cubicBezTo>
                  <a:cubicBezTo>
                    <a:pt x="618" y="245"/>
                    <a:pt x="541" y="270"/>
                    <a:pt x="458" y="270"/>
                  </a:cubicBezTo>
                  <a:cubicBezTo>
                    <a:pt x="416" y="270"/>
                    <a:pt x="344" y="233"/>
                    <a:pt x="344" y="233"/>
                  </a:cubicBezTo>
                  <a:lnTo>
                    <a:pt x="424" y="306"/>
                  </a:lnTo>
                  <a:cubicBezTo>
                    <a:pt x="443" y="324"/>
                    <a:pt x="442" y="353"/>
                    <a:pt x="423" y="371"/>
                  </a:cubicBezTo>
                  <a:lnTo>
                    <a:pt x="194" y="577"/>
                  </a:lnTo>
                  <a:cubicBezTo>
                    <a:pt x="194" y="577"/>
                    <a:pt x="98" y="456"/>
                    <a:pt x="9" y="473"/>
                  </a:cubicBezTo>
                  <a:cubicBezTo>
                    <a:pt x="-49" y="484"/>
                    <a:pt x="193" y="702"/>
                    <a:pt x="193" y="702"/>
                  </a:cubicBezTo>
                  <a:cubicBezTo>
                    <a:pt x="193" y="692"/>
                    <a:pt x="193" y="683"/>
                    <a:pt x="192" y="674"/>
                  </a:cubicBezTo>
                  <a:lnTo>
                    <a:pt x="256" y="589"/>
                  </a:lnTo>
                  <a:cubicBezTo>
                    <a:pt x="295" y="538"/>
                    <a:pt x="340" y="494"/>
                    <a:pt x="390" y="455"/>
                  </a:cubicBezTo>
                  <a:lnTo>
                    <a:pt x="516" y="360"/>
                  </a:lnTo>
                  <a:cubicBezTo>
                    <a:pt x="578" y="352"/>
                    <a:pt x="644" y="321"/>
                    <a:pt x="697" y="268"/>
                  </a:cubicBezTo>
                  <a:cubicBezTo>
                    <a:pt x="726" y="239"/>
                    <a:pt x="748" y="206"/>
                    <a:pt x="764" y="172"/>
                  </a:cubicBezTo>
                  <a:lnTo>
                    <a:pt x="977" y="172"/>
                  </a:lnTo>
                  <a:lnTo>
                    <a:pt x="977" y="116"/>
                  </a:lnTo>
                  <a:lnTo>
                    <a:pt x="787" y="116"/>
                  </a:lnTo>
                  <a:cubicBezTo>
                    <a:pt x="774" y="116"/>
                    <a:pt x="763" y="106"/>
                    <a:pt x="762" y="93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66;p47">
              <a:extLst>
                <a:ext uri="{FF2B5EF4-FFF2-40B4-BE49-F238E27FC236}">
                  <a16:creationId xmlns:a16="http://schemas.microsoft.com/office/drawing/2014/main" id="{92455F86-321E-4134-BA41-D5035E65B55C}"/>
                </a:ext>
              </a:extLst>
            </p:cNvPr>
            <p:cNvSpPr/>
            <p:nvPr/>
          </p:nvSpPr>
          <p:spPr>
            <a:xfrm>
              <a:off x="4170600" y="552600"/>
              <a:ext cx="223200" cy="223560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118" y="119"/>
                  </a:moveTo>
                  <a:cubicBezTo>
                    <a:pt x="-17" y="254"/>
                    <a:pt x="-40" y="449"/>
                    <a:pt x="66" y="555"/>
                  </a:cubicBezTo>
                  <a:cubicBezTo>
                    <a:pt x="173" y="661"/>
                    <a:pt x="368" y="638"/>
                    <a:pt x="502" y="503"/>
                  </a:cubicBezTo>
                  <a:cubicBezTo>
                    <a:pt x="637" y="369"/>
                    <a:pt x="660" y="174"/>
                    <a:pt x="554" y="67"/>
                  </a:cubicBezTo>
                  <a:cubicBezTo>
                    <a:pt x="448" y="-39"/>
                    <a:pt x="253" y="-16"/>
                    <a:pt x="11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867;p47">
              <a:extLst>
                <a:ext uri="{FF2B5EF4-FFF2-40B4-BE49-F238E27FC236}">
                  <a16:creationId xmlns:a16="http://schemas.microsoft.com/office/drawing/2014/main" id="{F2D44A0A-1B63-B35F-DEE4-F179D7EE6FF6}"/>
                </a:ext>
              </a:extLst>
            </p:cNvPr>
            <p:cNvSpPr/>
            <p:nvPr/>
          </p:nvSpPr>
          <p:spPr>
            <a:xfrm>
              <a:off x="4400280" y="788760"/>
              <a:ext cx="195480" cy="225720"/>
            </a:xfrm>
            <a:custGeom>
              <a:avLst/>
              <a:gdLst/>
              <a:ahLst/>
              <a:cxnLst/>
              <a:rect l="l" t="t" r="r" b="b"/>
              <a:pathLst>
                <a:path w="543" h="627" extrusionOk="0">
                  <a:moveTo>
                    <a:pt x="0" y="314"/>
                  </a:moveTo>
                  <a:cubicBezTo>
                    <a:pt x="0" y="487"/>
                    <a:pt x="121" y="627"/>
                    <a:pt x="271" y="627"/>
                  </a:cubicBezTo>
                  <a:cubicBezTo>
                    <a:pt x="421" y="627"/>
                    <a:pt x="543" y="487"/>
                    <a:pt x="543" y="314"/>
                  </a:cubicBezTo>
                  <a:cubicBezTo>
                    <a:pt x="543" y="141"/>
                    <a:pt x="421" y="0"/>
                    <a:pt x="271" y="0"/>
                  </a:cubicBezTo>
                  <a:cubicBezTo>
                    <a:pt x="121" y="0"/>
                    <a:pt x="0" y="141"/>
                    <a:pt x="0" y="3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868;p47">
              <a:extLst>
                <a:ext uri="{FF2B5EF4-FFF2-40B4-BE49-F238E27FC236}">
                  <a16:creationId xmlns:a16="http://schemas.microsoft.com/office/drawing/2014/main" id="{381A7438-C0CC-4DD1-AEF5-944CA57A0DCD}"/>
                </a:ext>
              </a:extLst>
            </p:cNvPr>
            <p:cNvSpPr/>
            <p:nvPr/>
          </p:nvSpPr>
          <p:spPr>
            <a:xfrm>
              <a:off x="4412520" y="956880"/>
              <a:ext cx="170640" cy="140400"/>
            </a:xfrm>
            <a:custGeom>
              <a:avLst/>
              <a:gdLst/>
              <a:ahLst/>
              <a:cxnLst/>
              <a:rect l="l" t="t" r="r" b="b"/>
              <a:pathLst>
                <a:path w="474" h="390" extrusionOk="0">
                  <a:moveTo>
                    <a:pt x="0" y="390"/>
                  </a:moveTo>
                  <a:lnTo>
                    <a:pt x="474" y="390"/>
                  </a:lnTo>
                  <a:lnTo>
                    <a:pt x="474" y="0"/>
                  </a:lnTo>
                  <a:lnTo>
                    <a:pt x="0" y="0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869;p47">
              <a:extLst>
                <a:ext uri="{FF2B5EF4-FFF2-40B4-BE49-F238E27FC236}">
                  <a16:creationId xmlns:a16="http://schemas.microsoft.com/office/drawing/2014/main" id="{589F7EFC-E50D-0BA4-8050-E63E393FFD84}"/>
                </a:ext>
              </a:extLst>
            </p:cNvPr>
            <p:cNvSpPr/>
            <p:nvPr/>
          </p:nvSpPr>
          <p:spPr>
            <a:xfrm>
              <a:off x="4267080" y="655560"/>
              <a:ext cx="266400" cy="266400"/>
            </a:xfrm>
            <a:custGeom>
              <a:avLst/>
              <a:gdLst/>
              <a:ahLst/>
              <a:cxnLst/>
              <a:rect l="l" t="t" r="r" b="b"/>
              <a:pathLst>
                <a:path w="740" h="740" extrusionOk="0">
                  <a:moveTo>
                    <a:pt x="434" y="740"/>
                  </a:moveTo>
                  <a:lnTo>
                    <a:pt x="587" y="588"/>
                  </a:lnTo>
                  <a:lnTo>
                    <a:pt x="740" y="435"/>
                  </a:lnTo>
                  <a:lnTo>
                    <a:pt x="568" y="337"/>
                  </a:lnTo>
                  <a:cubicBezTo>
                    <a:pt x="500" y="297"/>
                    <a:pt x="442" y="240"/>
                    <a:pt x="403" y="171"/>
                  </a:cubicBezTo>
                  <a:lnTo>
                    <a:pt x="305" y="0"/>
                  </a:lnTo>
                  <a:lnTo>
                    <a:pt x="152" y="153"/>
                  </a:lnTo>
                  <a:lnTo>
                    <a:pt x="0" y="306"/>
                  </a:lnTo>
                  <a:lnTo>
                    <a:pt x="171" y="404"/>
                  </a:lnTo>
                  <a:cubicBezTo>
                    <a:pt x="240" y="443"/>
                    <a:pt x="297" y="500"/>
                    <a:pt x="336" y="569"/>
                  </a:cubicBezTo>
                  <a:lnTo>
                    <a:pt x="434" y="7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870;p47">
              <a:extLst>
                <a:ext uri="{FF2B5EF4-FFF2-40B4-BE49-F238E27FC236}">
                  <a16:creationId xmlns:a16="http://schemas.microsoft.com/office/drawing/2014/main" id="{A7140842-6534-D061-1CB5-AA668F2E61B7}"/>
                </a:ext>
              </a:extLst>
            </p:cNvPr>
            <p:cNvSpPr/>
            <p:nvPr/>
          </p:nvSpPr>
          <p:spPr>
            <a:xfrm>
              <a:off x="4170600" y="620640"/>
              <a:ext cx="412560" cy="476640"/>
            </a:xfrm>
            <a:custGeom>
              <a:avLst/>
              <a:gdLst/>
              <a:ahLst/>
              <a:cxnLst/>
              <a:rect l="l" t="t" r="r" b="b"/>
              <a:pathLst>
                <a:path w="1146" h="1324" extrusionOk="0">
                  <a:moveTo>
                    <a:pt x="909" y="1107"/>
                  </a:moveTo>
                  <a:cubicBezTo>
                    <a:pt x="1092" y="1085"/>
                    <a:pt x="1127" y="960"/>
                    <a:pt x="1127" y="960"/>
                  </a:cubicBezTo>
                  <a:cubicBezTo>
                    <a:pt x="1127" y="960"/>
                    <a:pt x="1026" y="1110"/>
                    <a:pt x="852" y="1041"/>
                  </a:cubicBezTo>
                  <a:cubicBezTo>
                    <a:pt x="767" y="1007"/>
                    <a:pt x="718" y="918"/>
                    <a:pt x="702" y="837"/>
                  </a:cubicBezTo>
                  <a:cubicBezTo>
                    <a:pt x="692" y="787"/>
                    <a:pt x="709" y="696"/>
                    <a:pt x="750" y="633"/>
                  </a:cubicBezTo>
                  <a:cubicBezTo>
                    <a:pt x="778" y="592"/>
                    <a:pt x="839" y="529"/>
                    <a:pt x="839" y="529"/>
                  </a:cubicBezTo>
                  <a:cubicBezTo>
                    <a:pt x="839" y="529"/>
                    <a:pt x="669" y="620"/>
                    <a:pt x="658" y="603"/>
                  </a:cubicBezTo>
                  <a:cubicBezTo>
                    <a:pt x="648" y="586"/>
                    <a:pt x="438" y="435"/>
                    <a:pt x="431" y="406"/>
                  </a:cubicBezTo>
                  <a:cubicBezTo>
                    <a:pt x="424" y="377"/>
                    <a:pt x="512" y="318"/>
                    <a:pt x="554" y="265"/>
                  </a:cubicBezTo>
                  <a:cubicBezTo>
                    <a:pt x="603" y="204"/>
                    <a:pt x="604" y="151"/>
                    <a:pt x="604" y="151"/>
                  </a:cubicBezTo>
                  <a:cubicBezTo>
                    <a:pt x="604" y="151"/>
                    <a:pt x="534" y="288"/>
                    <a:pt x="377" y="342"/>
                  </a:cubicBezTo>
                  <a:cubicBezTo>
                    <a:pt x="256" y="383"/>
                    <a:pt x="111" y="339"/>
                    <a:pt x="57" y="240"/>
                  </a:cubicBezTo>
                  <a:cubicBezTo>
                    <a:pt x="2" y="140"/>
                    <a:pt x="61" y="5"/>
                    <a:pt x="62" y="0"/>
                  </a:cubicBezTo>
                  <a:cubicBezTo>
                    <a:pt x="61" y="1"/>
                    <a:pt x="61" y="1"/>
                    <a:pt x="60" y="2"/>
                  </a:cubicBezTo>
                  <a:lnTo>
                    <a:pt x="38" y="41"/>
                  </a:lnTo>
                  <a:cubicBezTo>
                    <a:pt x="-20" y="157"/>
                    <a:pt x="-13" y="287"/>
                    <a:pt x="66" y="366"/>
                  </a:cubicBezTo>
                  <a:cubicBezTo>
                    <a:pt x="127" y="426"/>
                    <a:pt x="216" y="445"/>
                    <a:pt x="306" y="425"/>
                  </a:cubicBezTo>
                  <a:lnTo>
                    <a:pt x="439" y="501"/>
                  </a:lnTo>
                  <a:cubicBezTo>
                    <a:pt x="508" y="540"/>
                    <a:pt x="565" y="597"/>
                    <a:pt x="604" y="666"/>
                  </a:cubicBezTo>
                  <a:lnTo>
                    <a:pt x="641" y="731"/>
                  </a:lnTo>
                  <a:cubicBezTo>
                    <a:pt x="639" y="747"/>
                    <a:pt x="638" y="764"/>
                    <a:pt x="638" y="781"/>
                  </a:cubicBezTo>
                  <a:cubicBezTo>
                    <a:pt x="638" y="836"/>
                    <a:pt x="650" y="889"/>
                    <a:pt x="672" y="934"/>
                  </a:cubicBezTo>
                  <a:lnTo>
                    <a:pt x="672" y="1324"/>
                  </a:lnTo>
                  <a:lnTo>
                    <a:pt x="1146" y="1324"/>
                  </a:lnTo>
                  <a:lnTo>
                    <a:pt x="858" y="1285"/>
                  </a:lnTo>
                  <a:cubicBezTo>
                    <a:pt x="804" y="1278"/>
                    <a:pt x="764" y="1232"/>
                    <a:pt x="764" y="1178"/>
                  </a:cubicBezTo>
                  <a:lnTo>
                    <a:pt x="764" y="1072"/>
                  </a:lnTo>
                  <a:cubicBezTo>
                    <a:pt x="764" y="1072"/>
                    <a:pt x="846" y="1115"/>
                    <a:pt x="909" y="1107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871;p47">
              <a:extLst>
                <a:ext uri="{FF2B5EF4-FFF2-40B4-BE49-F238E27FC236}">
                  <a16:creationId xmlns:a16="http://schemas.microsoft.com/office/drawing/2014/main" id="{8C640FF0-32A1-E046-7EAC-5D75116F37B1}"/>
                </a:ext>
              </a:extLst>
            </p:cNvPr>
            <p:cNvSpPr/>
            <p:nvPr/>
          </p:nvSpPr>
          <p:spPr>
            <a:xfrm>
              <a:off x="4367520" y="1097280"/>
              <a:ext cx="266040" cy="258480"/>
            </a:xfrm>
            <a:custGeom>
              <a:avLst/>
              <a:gdLst/>
              <a:ahLst/>
              <a:cxnLst/>
              <a:rect l="l" t="t" r="r" b="b"/>
              <a:pathLst>
                <a:path w="739" h="718" extrusionOk="0">
                  <a:moveTo>
                    <a:pt x="0" y="718"/>
                  </a:moveTo>
                  <a:lnTo>
                    <a:pt x="739" y="718"/>
                  </a:lnTo>
                  <a:lnTo>
                    <a:pt x="739" y="0"/>
                  </a:lnTo>
                  <a:lnTo>
                    <a:pt x="0" y="0"/>
                  </a:lnTo>
                  <a:lnTo>
                    <a:pt x="0" y="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872;p47">
              <a:extLst>
                <a:ext uri="{FF2B5EF4-FFF2-40B4-BE49-F238E27FC236}">
                  <a16:creationId xmlns:a16="http://schemas.microsoft.com/office/drawing/2014/main" id="{B7D5076E-7CEC-AA9F-1CB1-3B6C4C8290D1}"/>
                </a:ext>
              </a:extLst>
            </p:cNvPr>
            <p:cNvSpPr/>
            <p:nvPr/>
          </p:nvSpPr>
          <p:spPr>
            <a:xfrm>
              <a:off x="4348080" y="109728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73;p47">
              <a:extLst>
                <a:ext uri="{FF2B5EF4-FFF2-40B4-BE49-F238E27FC236}">
                  <a16:creationId xmlns:a16="http://schemas.microsoft.com/office/drawing/2014/main" id="{DAF4075C-E858-8564-588D-7C0868831512}"/>
                </a:ext>
              </a:extLst>
            </p:cNvPr>
            <p:cNvSpPr/>
            <p:nvPr/>
          </p:nvSpPr>
          <p:spPr>
            <a:xfrm>
              <a:off x="4348080" y="132732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874;p47">
              <a:extLst>
                <a:ext uri="{FF2B5EF4-FFF2-40B4-BE49-F238E27FC236}">
                  <a16:creationId xmlns:a16="http://schemas.microsoft.com/office/drawing/2014/main" id="{5B8EC0B2-D48A-2D29-F186-82FF4589BA9F}"/>
                </a:ext>
              </a:extLst>
            </p:cNvPr>
            <p:cNvSpPr/>
            <p:nvPr/>
          </p:nvSpPr>
          <p:spPr>
            <a:xfrm>
              <a:off x="4367520" y="1125720"/>
              <a:ext cx="266040" cy="201600"/>
            </a:xfrm>
            <a:custGeom>
              <a:avLst/>
              <a:gdLst/>
              <a:ahLst/>
              <a:cxnLst/>
              <a:rect l="l" t="t" r="r" b="b"/>
              <a:pathLst>
                <a:path w="739" h="560" extrusionOk="0">
                  <a:moveTo>
                    <a:pt x="739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739" y="560"/>
                  </a:lnTo>
                  <a:lnTo>
                    <a:pt x="213" y="489"/>
                  </a:lnTo>
                  <a:cubicBezTo>
                    <a:pt x="155" y="481"/>
                    <a:pt x="111" y="431"/>
                    <a:pt x="111" y="372"/>
                  </a:cubicBezTo>
                  <a:lnTo>
                    <a:pt x="111" y="191"/>
                  </a:lnTo>
                  <a:cubicBezTo>
                    <a:pt x="111" y="133"/>
                    <a:pt x="154" y="83"/>
                    <a:pt x="212" y="75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86D07E-A32D-B99F-9325-0A2E47D1F482}"/>
              </a:ext>
            </a:extLst>
          </p:cNvPr>
          <p:cNvSpPr/>
          <p:nvPr/>
        </p:nvSpPr>
        <p:spPr>
          <a:xfrm rot="3265923" flipH="1">
            <a:off x="-2657462" y="1312648"/>
            <a:ext cx="2625890" cy="949281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20403A5-568D-E224-222C-55E58C7374D2}"/>
              </a:ext>
            </a:extLst>
          </p:cNvPr>
          <p:cNvSpPr/>
          <p:nvPr/>
        </p:nvSpPr>
        <p:spPr>
          <a:xfrm rot="19982866" flipH="1">
            <a:off x="166583" y="1797739"/>
            <a:ext cx="2106926" cy="1351195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5E9A835-4309-5C9D-F042-9CF5E4320669}"/>
              </a:ext>
            </a:extLst>
          </p:cNvPr>
          <p:cNvSpPr/>
          <p:nvPr/>
        </p:nvSpPr>
        <p:spPr>
          <a:xfrm rot="5047352" flipV="1">
            <a:off x="-1722930" y="1504012"/>
            <a:ext cx="1187355" cy="1720482"/>
          </a:xfrm>
          <a:custGeom>
            <a:avLst/>
            <a:gdLst>
              <a:gd name="connsiteX0" fmla="*/ 0 w 1666643"/>
              <a:gd name="connsiteY0" fmla="*/ 0 h 1003610"/>
              <a:gd name="connsiteX1" fmla="*/ 1661532 w 1666643"/>
              <a:gd name="connsiteY1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643" h="1003610">
                <a:moveTo>
                  <a:pt x="0" y="0"/>
                </a:moveTo>
                <a:cubicBezTo>
                  <a:pt x="870724" y="394010"/>
                  <a:pt x="1741449" y="788020"/>
                  <a:pt x="1661532" y="10036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41FC7D-99EC-802C-668E-5FF07740354F}"/>
              </a:ext>
            </a:extLst>
          </p:cNvPr>
          <p:cNvSpPr txBox="1"/>
          <p:nvPr/>
        </p:nvSpPr>
        <p:spPr>
          <a:xfrm>
            <a:off x="1484468" y="1873462"/>
            <a:ext cx="3709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Operate it without any technical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Interactive interface makes it easy to repurpose for new activities</a:t>
            </a:r>
          </a:p>
          <a:p>
            <a:endParaRPr lang="en-GB" sz="1600" b="1" dirty="0">
              <a:solidFill>
                <a:schemeClr val="tx2">
                  <a:lumMod val="75000"/>
                </a:schemeClr>
              </a:solidFill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</p:txBody>
      </p:sp>
      <p:pic>
        <p:nvPicPr>
          <p:cNvPr id="6148" name="Picture 4" descr="Towards collaborative drilling with a cobot using admittance controller -  Yusuf Aydin, Doganay Sirintuna, Cagatay Basdogan, 2021">
            <a:extLst>
              <a:ext uri="{FF2B5EF4-FFF2-40B4-BE49-F238E27FC236}">
                <a16:creationId xmlns:a16="http://schemas.microsoft.com/office/drawing/2014/main" id="{B2847711-AD9F-F72C-2527-FB34660A1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548" y="443220"/>
            <a:ext cx="3610399" cy="415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467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F2924C85-0009-3BB2-70AD-5E4CF8AE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AA778AE4-E352-376E-954E-28A87694EC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4253" y="450087"/>
            <a:ext cx="4429780" cy="35730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How M</a:t>
            </a:r>
            <a:r>
              <a:rPr lang="en-GB" sz="3200" dirty="0"/>
              <a:t>a</a:t>
            </a:r>
            <a:r>
              <a:rPr lang="en" sz="3200" dirty="0"/>
              <a:t>chine Learning (ML) Algoritms improve Cobots function and decsion making ability?</a:t>
            </a:r>
            <a:endParaRPr sz="3200" dirty="0"/>
          </a:p>
        </p:txBody>
      </p:sp>
      <p:pic>
        <p:nvPicPr>
          <p:cNvPr id="3074" name="Picture 2" descr="Artificial Intelligence and Collaborative Robots: The Workers of the  Future? - AMFG">
            <a:extLst>
              <a:ext uri="{FF2B5EF4-FFF2-40B4-BE49-F238E27FC236}">
                <a16:creationId xmlns:a16="http://schemas.microsoft.com/office/drawing/2014/main" id="{1B45043C-3129-9DEF-470D-17E915B26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809" y="612320"/>
            <a:ext cx="2962049" cy="391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oogle Shape;8183;p58">
            <a:extLst>
              <a:ext uri="{FF2B5EF4-FFF2-40B4-BE49-F238E27FC236}">
                <a16:creationId xmlns:a16="http://schemas.microsoft.com/office/drawing/2014/main" id="{144A873B-B7D1-AEDB-98FC-8593DF657C0E}"/>
              </a:ext>
            </a:extLst>
          </p:cNvPr>
          <p:cNvGrpSpPr/>
          <p:nvPr/>
        </p:nvGrpSpPr>
        <p:grpSpPr>
          <a:xfrm>
            <a:off x="199142" y="586244"/>
            <a:ext cx="767704" cy="815489"/>
            <a:chOff x="2499700" y="1135950"/>
            <a:chExt cx="732402" cy="777990"/>
          </a:xfrm>
        </p:grpSpPr>
        <p:grpSp>
          <p:nvGrpSpPr>
            <p:cNvPr id="5" name="Google Shape;8184;p58">
              <a:extLst>
                <a:ext uri="{FF2B5EF4-FFF2-40B4-BE49-F238E27FC236}">
                  <a16:creationId xmlns:a16="http://schemas.microsoft.com/office/drawing/2014/main" id="{004CD63B-AFF7-A53F-C8C8-91A8B9A7D464}"/>
                </a:ext>
              </a:extLst>
            </p:cNvPr>
            <p:cNvGrpSpPr/>
            <p:nvPr/>
          </p:nvGrpSpPr>
          <p:grpSpPr>
            <a:xfrm>
              <a:off x="2499700" y="1135950"/>
              <a:ext cx="732402" cy="694705"/>
              <a:chOff x="2499700" y="1135950"/>
              <a:chExt cx="732402" cy="694705"/>
            </a:xfrm>
          </p:grpSpPr>
          <p:sp>
            <p:nvSpPr>
              <p:cNvPr id="12" name="Google Shape;8185;p58">
                <a:extLst>
                  <a:ext uri="{FF2B5EF4-FFF2-40B4-BE49-F238E27FC236}">
                    <a16:creationId xmlns:a16="http://schemas.microsoft.com/office/drawing/2014/main" id="{C47CD19B-EAA8-6ABC-1F8F-8439270823E3}"/>
                  </a:ext>
                </a:extLst>
              </p:cNvPr>
              <p:cNvSpPr/>
              <p:nvPr/>
            </p:nvSpPr>
            <p:spPr>
              <a:xfrm>
                <a:off x="2721907" y="1135950"/>
                <a:ext cx="288719" cy="199571"/>
              </a:xfrm>
              <a:custGeom>
                <a:avLst/>
                <a:gdLst/>
                <a:ahLst/>
                <a:cxnLst/>
                <a:rect l="l" t="t" r="r" b="b"/>
                <a:pathLst>
                  <a:path w="81559" h="56376" extrusionOk="0">
                    <a:moveTo>
                      <a:pt x="40780" y="1"/>
                    </a:moveTo>
                    <a:cubicBezTo>
                      <a:pt x="38862" y="1"/>
                      <a:pt x="36944" y="556"/>
                      <a:pt x="35329" y="1666"/>
                    </a:cubicBezTo>
                    <a:cubicBezTo>
                      <a:pt x="24427" y="9338"/>
                      <a:pt x="1211" y="28718"/>
                      <a:pt x="0" y="51329"/>
                    </a:cubicBezTo>
                    <a:lnTo>
                      <a:pt x="1211" y="51732"/>
                    </a:lnTo>
                    <a:cubicBezTo>
                      <a:pt x="4845" y="52944"/>
                      <a:pt x="8479" y="54357"/>
                      <a:pt x="12113" y="56174"/>
                    </a:cubicBezTo>
                    <a:lnTo>
                      <a:pt x="12113" y="53145"/>
                    </a:lnTo>
                    <a:cubicBezTo>
                      <a:pt x="12113" y="36591"/>
                      <a:pt x="29071" y="22662"/>
                      <a:pt x="36944" y="17009"/>
                    </a:cubicBezTo>
                    <a:cubicBezTo>
                      <a:pt x="38155" y="16202"/>
                      <a:pt x="39467" y="15798"/>
                      <a:pt x="40780" y="15798"/>
                    </a:cubicBezTo>
                    <a:cubicBezTo>
                      <a:pt x="42092" y="15798"/>
                      <a:pt x="43404" y="16202"/>
                      <a:pt x="44615" y="17009"/>
                    </a:cubicBezTo>
                    <a:cubicBezTo>
                      <a:pt x="52489" y="22662"/>
                      <a:pt x="69446" y="36591"/>
                      <a:pt x="69446" y="53145"/>
                    </a:cubicBezTo>
                    <a:lnTo>
                      <a:pt x="69446" y="56376"/>
                    </a:lnTo>
                    <a:cubicBezTo>
                      <a:pt x="72878" y="54559"/>
                      <a:pt x="76512" y="53145"/>
                      <a:pt x="80146" y="51934"/>
                    </a:cubicBezTo>
                    <a:lnTo>
                      <a:pt x="81559" y="51530"/>
                    </a:lnTo>
                    <a:cubicBezTo>
                      <a:pt x="80751" y="28920"/>
                      <a:pt x="57132" y="9540"/>
                      <a:pt x="46230" y="1666"/>
                    </a:cubicBezTo>
                    <a:cubicBezTo>
                      <a:pt x="44615" y="556"/>
                      <a:pt x="42697" y="1"/>
                      <a:pt x="407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8186;p58">
                <a:extLst>
                  <a:ext uri="{FF2B5EF4-FFF2-40B4-BE49-F238E27FC236}">
                    <a16:creationId xmlns:a16="http://schemas.microsoft.com/office/drawing/2014/main" id="{A34D3110-682F-B3D4-5CAC-939D4B60AC31}"/>
                  </a:ext>
                </a:extLst>
              </p:cNvPr>
              <p:cNvSpPr/>
              <p:nvPr/>
            </p:nvSpPr>
            <p:spPr>
              <a:xfrm>
                <a:off x="2499700" y="1313180"/>
                <a:ext cx="225119" cy="278853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772" extrusionOk="0">
                    <a:moveTo>
                      <a:pt x="53819" y="1"/>
                    </a:moveTo>
                    <a:cubicBezTo>
                      <a:pt x="53376" y="1"/>
                      <a:pt x="52933" y="13"/>
                      <a:pt x="52489" y="39"/>
                    </a:cubicBezTo>
                    <a:cubicBezTo>
                      <a:pt x="33311" y="39"/>
                      <a:pt x="13527" y="12758"/>
                      <a:pt x="4442" y="19420"/>
                    </a:cubicBezTo>
                    <a:cubicBezTo>
                      <a:pt x="1212" y="21842"/>
                      <a:pt x="1" y="26082"/>
                      <a:pt x="1212" y="29917"/>
                    </a:cubicBezTo>
                    <a:cubicBezTo>
                      <a:pt x="5048" y="42434"/>
                      <a:pt x="16353" y="70697"/>
                      <a:pt x="37550" y="78772"/>
                    </a:cubicBezTo>
                    <a:cubicBezTo>
                      <a:pt x="37752" y="78368"/>
                      <a:pt x="37954" y="77964"/>
                      <a:pt x="38156" y="77561"/>
                    </a:cubicBezTo>
                    <a:cubicBezTo>
                      <a:pt x="40377" y="74533"/>
                      <a:pt x="43001" y="71504"/>
                      <a:pt x="45827" y="68678"/>
                    </a:cubicBezTo>
                    <a:cubicBezTo>
                      <a:pt x="44818" y="68476"/>
                      <a:pt x="43809" y="68072"/>
                      <a:pt x="42799" y="67871"/>
                    </a:cubicBezTo>
                    <a:cubicBezTo>
                      <a:pt x="27255" y="62824"/>
                      <a:pt x="19179" y="42232"/>
                      <a:pt x="16151" y="32946"/>
                    </a:cubicBezTo>
                    <a:cubicBezTo>
                      <a:pt x="15344" y="30321"/>
                      <a:pt x="16353" y="27293"/>
                      <a:pt x="18574" y="25678"/>
                    </a:cubicBezTo>
                    <a:cubicBezTo>
                      <a:pt x="25034" y="20833"/>
                      <a:pt x="38963" y="11748"/>
                      <a:pt x="52489" y="11748"/>
                    </a:cubicBezTo>
                    <a:cubicBezTo>
                      <a:pt x="55316" y="11748"/>
                      <a:pt x="57940" y="12152"/>
                      <a:pt x="60564" y="12960"/>
                    </a:cubicBezTo>
                    <a:cubicBezTo>
                      <a:pt x="61574" y="13363"/>
                      <a:pt x="62583" y="13767"/>
                      <a:pt x="63593" y="14171"/>
                    </a:cubicBezTo>
                    <a:cubicBezTo>
                      <a:pt x="62987" y="10335"/>
                      <a:pt x="62785" y="6701"/>
                      <a:pt x="62785" y="2866"/>
                    </a:cubicBezTo>
                    <a:lnTo>
                      <a:pt x="62785" y="1452"/>
                    </a:lnTo>
                    <a:cubicBezTo>
                      <a:pt x="59796" y="573"/>
                      <a:pt x="56808" y="1"/>
                      <a:pt x="5381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8187;p58">
                <a:extLst>
                  <a:ext uri="{FF2B5EF4-FFF2-40B4-BE49-F238E27FC236}">
                    <a16:creationId xmlns:a16="http://schemas.microsoft.com/office/drawing/2014/main" id="{234160DA-5747-553D-EDBF-143C918B5186}"/>
                  </a:ext>
                </a:extLst>
              </p:cNvPr>
              <p:cNvSpPr/>
              <p:nvPr/>
            </p:nvSpPr>
            <p:spPr>
              <a:xfrm>
                <a:off x="2721907" y="1317604"/>
                <a:ext cx="53599" cy="72899"/>
              </a:xfrm>
              <a:custGeom>
                <a:avLst/>
                <a:gdLst/>
                <a:ahLst/>
                <a:cxnLst/>
                <a:rect l="l" t="t" r="r" b="b"/>
                <a:pathLst>
                  <a:path w="15141" h="20593" extrusionOk="0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5249"/>
                      <a:pt x="202" y="9085"/>
                      <a:pt x="808" y="12921"/>
                    </a:cubicBezTo>
                    <a:cubicBezTo>
                      <a:pt x="5653" y="14738"/>
                      <a:pt x="9892" y="17362"/>
                      <a:pt x="13930" y="20592"/>
                    </a:cubicBezTo>
                    <a:cubicBezTo>
                      <a:pt x="14333" y="20188"/>
                      <a:pt x="14737" y="19785"/>
                      <a:pt x="15141" y="19583"/>
                    </a:cubicBezTo>
                    <a:cubicBezTo>
                      <a:pt x="13324" y="14738"/>
                      <a:pt x="12315" y="9893"/>
                      <a:pt x="12113" y="4846"/>
                    </a:cubicBezTo>
                    <a:cubicBezTo>
                      <a:pt x="8681" y="3029"/>
                      <a:pt x="5047" y="1414"/>
                      <a:pt x="1211" y="404"/>
                    </a:cubicBez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8188;p58">
                <a:extLst>
                  <a:ext uri="{FF2B5EF4-FFF2-40B4-BE49-F238E27FC236}">
                    <a16:creationId xmlns:a16="http://schemas.microsoft.com/office/drawing/2014/main" id="{E4D7CC54-895C-2484-EDEF-F717C3AD68A4}"/>
                  </a:ext>
                </a:extLst>
              </p:cNvPr>
              <p:cNvSpPr/>
              <p:nvPr/>
            </p:nvSpPr>
            <p:spPr>
              <a:xfrm>
                <a:off x="2764773" y="1334751"/>
                <a:ext cx="47171" cy="52173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4738" extrusionOk="0">
                    <a:moveTo>
                      <a:pt x="1" y="1"/>
                    </a:moveTo>
                    <a:cubicBezTo>
                      <a:pt x="203" y="5048"/>
                      <a:pt x="1212" y="9893"/>
                      <a:pt x="3029" y="14738"/>
                    </a:cubicBezTo>
                    <a:cubicBezTo>
                      <a:pt x="6259" y="12315"/>
                      <a:pt x="9691" y="10498"/>
                      <a:pt x="13325" y="9085"/>
                    </a:cubicBezTo>
                    <a:cubicBezTo>
                      <a:pt x="9287" y="5451"/>
                      <a:pt x="4846" y="2423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8189;p58">
                <a:extLst>
                  <a:ext uri="{FF2B5EF4-FFF2-40B4-BE49-F238E27FC236}">
                    <a16:creationId xmlns:a16="http://schemas.microsoft.com/office/drawing/2014/main" id="{7AFDB286-70D2-0284-F010-58CFBFB354F9}"/>
                  </a:ext>
                </a:extLst>
              </p:cNvPr>
              <p:cNvSpPr/>
              <p:nvPr/>
            </p:nvSpPr>
            <p:spPr>
              <a:xfrm>
                <a:off x="2554001" y="1354757"/>
                <a:ext cx="187956" cy="201536"/>
              </a:xfrm>
              <a:custGeom>
                <a:avLst/>
                <a:gdLst/>
                <a:ahLst/>
                <a:cxnLst/>
                <a:rect l="l" t="t" r="r" b="b"/>
                <a:pathLst>
                  <a:path w="53095" h="56931" extrusionOk="0">
                    <a:moveTo>
                      <a:pt x="37146" y="0"/>
                    </a:moveTo>
                    <a:cubicBezTo>
                      <a:pt x="23620" y="0"/>
                      <a:pt x="9489" y="9085"/>
                      <a:pt x="3231" y="13930"/>
                    </a:cubicBezTo>
                    <a:cubicBezTo>
                      <a:pt x="808" y="15545"/>
                      <a:pt x="1" y="18573"/>
                      <a:pt x="808" y="21198"/>
                    </a:cubicBezTo>
                    <a:cubicBezTo>
                      <a:pt x="3634" y="30282"/>
                      <a:pt x="11710" y="51076"/>
                      <a:pt x="27456" y="56123"/>
                    </a:cubicBezTo>
                    <a:cubicBezTo>
                      <a:pt x="28466" y="56324"/>
                      <a:pt x="29273" y="56728"/>
                      <a:pt x="30282" y="56930"/>
                    </a:cubicBezTo>
                    <a:cubicBezTo>
                      <a:pt x="34926" y="52287"/>
                      <a:pt x="40174" y="48249"/>
                      <a:pt x="46029" y="45221"/>
                    </a:cubicBezTo>
                    <a:cubicBezTo>
                      <a:pt x="46029" y="44414"/>
                      <a:pt x="46029" y="43404"/>
                      <a:pt x="46029" y="42395"/>
                    </a:cubicBezTo>
                    <a:cubicBezTo>
                      <a:pt x="45827" y="34118"/>
                      <a:pt x="48452" y="25841"/>
                      <a:pt x="53095" y="18977"/>
                    </a:cubicBezTo>
                    <a:cubicBezTo>
                      <a:pt x="50672" y="13728"/>
                      <a:pt x="49057" y="8075"/>
                      <a:pt x="48250" y="2423"/>
                    </a:cubicBezTo>
                    <a:cubicBezTo>
                      <a:pt x="47240" y="2019"/>
                      <a:pt x="46231" y="1615"/>
                      <a:pt x="45221" y="1413"/>
                    </a:cubicBezTo>
                    <a:cubicBezTo>
                      <a:pt x="42597" y="404"/>
                      <a:pt x="39771" y="0"/>
                      <a:pt x="3714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8190;p58">
                <a:extLst>
                  <a:ext uri="{FF2B5EF4-FFF2-40B4-BE49-F238E27FC236}">
                    <a16:creationId xmlns:a16="http://schemas.microsoft.com/office/drawing/2014/main" id="{3BDC2182-BB6C-0AC2-4708-65D70018BC28}"/>
                  </a:ext>
                </a:extLst>
              </p:cNvPr>
              <p:cNvSpPr/>
              <p:nvPr/>
            </p:nvSpPr>
            <p:spPr>
              <a:xfrm>
                <a:off x="2724763" y="1363329"/>
                <a:ext cx="46455" cy="58605"/>
              </a:xfrm>
              <a:custGeom>
                <a:avLst/>
                <a:gdLst/>
                <a:ahLst/>
                <a:cxnLst/>
                <a:rect l="l" t="t" r="r" b="b"/>
                <a:pathLst>
                  <a:path w="13123" h="1655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10" y="5653"/>
                      <a:pt x="2625" y="11306"/>
                      <a:pt x="4846" y="16555"/>
                    </a:cubicBezTo>
                    <a:cubicBezTo>
                      <a:pt x="6461" y="14334"/>
                      <a:pt x="8076" y="12315"/>
                      <a:pt x="10095" y="10297"/>
                    </a:cubicBezTo>
                    <a:cubicBezTo>
                      <a:pt x="10902" y="9489"/>
                      <a:pt x="12113" y="8480"/>
                      <a:pt x="13123" y="7672"/>
                    </a:cubicBezTo>
                    <a:cubicBezTo>
                      <a:pt x="9085" y="4442"/>
                      <a:pt x="4846" y="1818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8191;p58">
                <a:extLst>
                  <a:ext uri="{FF2B5EF4-FFF2-40B4-BE49-F238E27FC236}">
                    <a16:creationId xmlns:a16="http://schemas.microsoft.com/office/drawing/2014/main" id="{638B2741-1D67-A16C-79DA-13FE9FA655BE}"/>
                  </a:ext>
                </a:extLst>
              </p:cNvPr>
              <p:cNvSpPr/>
              <p:nvPr/>
            </p:nvSpPr>
            <p:spPr>
              <a:xfrm>
                <a:off x="2587581" y="1591246"/>
                <a:ext cx="277288" cy="238695"/>
              </a:xfrm>
              <a:custGeom>
                <a:avLst/>
                <a:gdLst/>
                <a:ahLst/>
                <a:cxnLst/>
                <a:rect l="l" t="t" r="r" b="b"/>
                <a:pathLst>
                  <a:path w="78330" h="67428" extrusionOk="0">
                    <a:moveTo>
                      <a:pt x="12719" y="0"/>
                    </a:moveTo>
                    <a:cubicBezTo>
                      <a:pt x="1" y="18977"/>
                      <a:pt x="7672" y="48451"/>
                      <a:pt x="11912" y="61169"/>
                    </a:cubicBezTo>
                    <a:cubicBezTo>
                      <a:pt x="13123" y="64803"/>
                      <a:pt x="16555" y="67428"/>
                      <a:pt x="20593" y="67428"/>
                    </a:cubicBezTo>
                    <a:lnTo>
                      <a:pt x="22006" y="67428"/>
                    </a:lnTo>
                    <a:cubicBezTo>
                      <a:pt x="35935" y="67428"/>
                      <a:pt x="64602" y="65207"/>
                      <a:pt x="78330" y="48047"/>
                    </a:cubicBezTo>
                    <a:cubicBezTo>
                      <a:pt x="78128" y="47643"/>
                      <a:pt x="77724" y="47442"/>
                      <a:pt x="77522" y="47038"/>
                    </a:cubicBezTo>
                    <a:cubicBezTo>
                      <a:pt x="75302" y="43808"/>
                      <a:pt x="73283" y="40578"/>
                      <a:pt x="71466" y="37146"/>
                    </a:cubicBezTo>
                    <a:cubicBezTo>
                      <a:pt x="70860" y="37953"/>
                      <a:pt x="70457" y="38761"/>
                      <a:pt x="69851" y="39568"/>
                    </a:cubicBezTo>
                    <a:cubicBezTo>
                      <a:pt x="60363" y="52489"/>
                      <a:pt x="39367" y="54104"/>
                      <a:pt x="29273" y="54104"/>
                    </a:cubicBezTo>
                    <a:lnTo>
                      <a:pt x="28466" y="54104"/>
                    </a:lnTo>
                    <a:cubicBezTo>
                      <a:pt x="25640" y="54104"/>
                      <a:pt x="23015" y="52287"/>
                      <a:pt x="22208" y="49662"/>
                    </a:cubicBezTo>
                    <a:cubicBezTo>
                      <a:pt x="19179" y="40578"/>
                      <a:pt x="13527" y="18977"/>
                      <a:pt x="23217" y="5855"/>
                    </a:cubicBezTo>
                    <a:cubicBezTo>
                      <a:pt x="23823" y="4845"/>
                      <a:pt x="24428" y="4038"/>
                      <a:pt x="25236" y="3230"/>
                    </a:cubicBezTo>
                    <a:cubicBezTo>
                      <a:pt x="21400" y="2625"/>
                      <a:pt x="17766" y="1817"/>
                      <a:pt x="14132" y="606"/>
                    </a:cubicBezTo>
                    <a:cubicBezTo>
                      <a:pt x="13527" y="404"/>
                      <a:pt x="13123" y="202"/>
                      <a:pt x="1271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8192;p58">
                <a:extLst>
                  <a:ext uri="{FF2B5EF4-FFF2-40B4-BE49-F238E27FC236}">
                    <a16:creationId xmlns:a16="http://schemas.microsoft.com/office/drawing/2014/main" id="{E3CF2183-BB58-385C-6B7C-74BA7B543002}"/>
                  </a:ext>
                </a:extLst>
              </p:cNvPr>
              <p:cNvSpPr/>
              <p:nvPr/>
            </p:nvSpPr>
            <p:spPr>
              <a:xfrm>
                <a:off x="2631881" y="1556237"/>
                <a:ext cx="95768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7053" h="13123" extrusionOk="0">
                    <a:moveTo>
                      <a:pt x="8277" y="0"/>
                    </a:moveTo>
                    <a:cubicBezTo>
                      <a:pt x="5451" y="2826"/>
                      <a:pt x="3029" y="5653"/>
                      <a:pt x="808" y="8883"/>
                    </a:cubicBezTo>
                    <a:cubicBezTo>
                      <a:pt x="404" y="9286"/>
                      <a:pt x="202" y="9690"/>
                      <a:pt x="0" y="9892"/>
                    </a:cubicBezTo>
                    <a:cubicBezTo>
                      <a:pt x="606" y="10094"/>
                      <a:pt x="1010" y="10296"/>
                      <a:pt x="1414" y="10498"/>
                    </a:cubicBezTo>
                    <a:cubicBezTo>
                      <a:pt x="5047" y="11709"/>
                      <a:pt x="8883" y="12517"/>
                      <a:pt x="12719" y="13122"/>
                    </a:cubicBezTo>
                    <a:cubicBezTo>
                      <a:pt x="16554" y="8277"/>
                      <a:pt x="21601" y="4240"/>
                      <a:pt x="27052" y="1211"/>
                    </a:cubicBezTo>
                    <a:lnTo>
                      <a:pt x="27052" y="1211"/>
                    </a:lnTo>
                    <a:cubicBezTo>
                      <a:pt x="25033" y="1615"/>
                      <a:pt x="23015" y="1615"/>
                      <a:pt x="20996" y="1615"/>
                    </a:cubicBezTo>
                    <a:cubicBezTo>
                      <a:pt x="16756" y="1615"/>
                      <a:pt x="12517" y="1009"/>
                      <a:pt x="827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8193;p58">
                <a:extLst>
                  <a:ext uri="{FF2B5EF4-FFF2-40B4-BE49-F238E27FC236}">
                    <a16:creationId xmlns:a16="http://schemas.microsoft.com/office/drawing/2014/main" id="{498E954D-5727-02EB-E814-B4F01F76FB5A}"/>
                  </a:ext>
                </a:extLst>
              </p:cNvPr>
              <p:cNvSpPr/>
              <p:nvPr/>
            </p:nvSpPr>
            <p:spPr>
              <a:xfrm>
                <a:off x="2661889" y="1514798"/>
                <a:ext cx="66467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776" h="13325" extrusionOk="0">
                    <a:moveTo>
                      <a:pt x="15747" y="0"/>
                    </a:moveTo>
                    <a:cubicBezTo>
                      <a:pt x="9892" y="3028"/>
                      <a:pt x="4644" y="7066"/>
                      <a:pt x="0" y="11709"/>
                    </a:cubicBezTo>
                    <a:cubicBezTo>
                      <a:pt x="4038" y="12718"/>
                      <a:pt x="8277" y="13324"/>
                      <a:pt x="12517" y="13324"/>
                    </a:cubicBezTo>
                    <a:cubicBezTo>
                      <a:pt x="14536" y="13324"/>
                      <a:pt x="16756" y="13122"/>
                      <a:pt x="18775" y="12920"/>
                    </a:cubicBezTo>
                    <a:cubicBezTo>
                      <a:pt x="16958" y="8883"/>
                      <a:pt x="16151" y="4441"/>
                      <a:pt x="1574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8194;p58">
                <a:extLst>
                  <a:ext uri="{FF2B5EF4-FFF2-40B4-BE49-F238E27FC236}">
                    <a16:creationId xmlns:a16="http://schemas.microsoft.com/office/drawing/2014/main" id="{0D84AAE9-6E98-24AC-BD58-95B8DAB14858}"/>
                  </a:ext>
                </a:extLst>
              </p:cNvPr>
              <p:cNvSpPr/>
              <p:nvPr/>
            </p:nvSpPr>
            <p:spPr>
              <a:xfrm>
                <a:off x="2635452" y="1602677"/>
                <a:ext cx="205108" cy="180094"/>
              </a:xfrm>
              <a:custGeom>
                <a:avLst/>
                <a:gdLst/>
                <a:ahLst/>
                <a:cxnLst/>
                <a:rect l="l" t="t" r="r" b="b"/>
                <a:pathLst>
                  <a:path w="57940" h="50874" extrusionOk="0">
                    <a:moveTo>
                      <a:pt x="11710" y="0"/>
                    </a:moveTo>
                    <a:cubicBezTo>
                      <a:pt x="10902" y="808"/>
                      <a:pt x="10297" y="1615"/>
                      <a:pt x="9691" y="2625"/>
                    </a:cubicBezTo>
                    <a:cubicBezTo>
                      <a:pt x="1" y="15949"/>
                      <a:pt x="5653" y="37348"/>
                      <a:pt x="8682" y="46432"/>
                    </a:cubicBezTo>
                    <a:cubicBezTo>
                      <a:pt x="9489" y="49057"/>
                      <a:pt x="12114" y="50874"/>
                      <a:pt x="14940" y="50874"/>
                    </a:cubicBezTo>
                    <a:lnTo>
                      <a:pt x="15747" y="50874"/>
                    </a:lnTo>
                    <a:cubicBezTo>
                      <a:pt x="25841" y="50874"/>
                      <a:pt x="46837" y="49259"/>
                      <a:pt x="56325" y="36338"/>
                    </a:cubicBezTo>
                    <a:cubicBezTo>
                      <a:pt x="56931" y="35531"/>
                      <a:pt x="57334" y="34723"/>
                      <a:pt x="57940" y="33916"/>
                    </a:cubicBezTo>
                    <a:cubicBezTo>
                      <a:pt x="54508" y="27052"/>
                      <a:pt x="52085" y="19582"/>
                      <a:pt x="51278" y="11911"/>
                    </a:cubicBezTo>
                    <a:cubicBezTo>
                      <a:pt x="45222" y="9892"/>
                      <a:pt x="39771" y="6460"/>
                      <a:pt x="35330" y="2019"/>
                    </a:cubicBezTo>
                    <a:cubicBezTo>
                      <a:pt x="34522" y="1413"/>
                      <a:pt x="33916" y="606"/>
                      <a:pt x="33311" y="0"/>
                    </a:cubicBezTo>
                    <a:cubicBezTo>
                      <a:pt x="29677" y="606"/>
                      <a:pt x="26043" y="808"/>
                      <a:pt x="22409" y="808"/>
                    </a:cubicBezTo>
                    <a:cubicBezTo>
                      <a:pt x="18776" y="808"/>
                      <a:pt x="15142" y="606"/>
                      <a:pt x="1171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8195;p58">
                <a:extLst>
                  <a:ext uri="{FF2B5EF4-FFF2-40B4-BE49-F238E27FC236}">
                    <a16:creationId xmlns:a16="http://schemas.microsoft.com/office/drawing/2014/main" id="{C3FFDF68-29C6-BADF-3A3B-59E774105BD1}"/>
                  </a:ext>
                </a:extLst>
              </p:cNvPr>
              <p:cNvSpPr/>
              <p:nvPr/>
            </p:nvSpPr>
            <p:spPr>
              <a:xfrm>
                <a:off x="2676892" y="1560523"/>
                <a:ext cx="76471" cy="45025"/>
              </a:xfrm>
              <a:custGeom>
                <a:avLst/>
                <a:gdLst/>
                <a:ahLst/>
                <a:cxnLst/>
                <a:rect l="l" t="t" r="r" b="b"/>
                <a:pathLst>
                  <a:path w="21602" h="12719" extrusionOk="0">
                    <a:moveTo>
                      <a:pt x="14334" y="0"/>
                    </a:moveTo>
                    <a:cubicBezTo>
                      <a:pt x="8883" y="3029"/>
                      <a:pt x="3836" y="7066"/>
                      <a:pt x="1" y="11911"/>
                    </a:cubicBezTo>
                    <a:cubicBezTo>
                      <a:pt x="3433" y="12517"/>
                      <a:pt x="7067" y="12719"/>
                      <a:pt x="10700" y="12719"/>
                    </a:cubicBezTo>
                    <a:cubicBezTo>
                      <a:pt x="14334" y="12719"/>
                      <a:pt x="17968" y="12517"/>
                      <a:pt x="21602" y="11911"/>
                    </a:cubicBezTo>
                    <a:cubicBezTo>
                      <a:pt x="18574" y="8277"/>
                      <a:pt x="16151" y="4240"/>
                      <a:pt x="1433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8196;p58">
                <a:extLst>
                  <a:ext uri="{FF2B5EF4-FFF2-40B4-BE49-F238E27FC236}">
                    <a16:creationId xmlns:a16="http://schemas.microsoft.com/office/drawing/2014/main" id="{38AA8798-72AB-B769-F4C1-51F9B1E520FB}"/>
                  </a:ext>
                </a:extLst>
              </p:cNvPr>
              <p:cNvSpPr/>
              <p:nvPr/>
            </p:nvSpPr>
            <p:spPr>
              <a:xfrm>
                <a:off x="2864801" y="1592672"/>
                <a:ext cx="278003" cy="237984"/>
              </a:xfrm>
              <a:custGeom>
                <a:avLst/>
                <a:gdLst/>
                <a:ahLst/>
                <a:cxnLst/>
                <a:rect l="l" t="t" r="r" b="b"/>
                <a:pathLst>
                  <a:path w="78532" h="67227" extrusionOk="0">
                    <a:moveTo>
                      <a:pt x="66015" y="1"/>
                    </a:moveTo>
                    <a:cubicBezTo>
                      <a:pt x="65611" y="203"/>
                      <a:pt x="65208" y="405"/>
                      <a:pt x="64804" y="405"/>
                    </a:cubicBezTo>
                    <a:cubicBezTo>
                      <a:pt x="61170" y="1616"/>
                      <a:pt x="57334" y="2625"/>
                      <a:pt x="53499" y="3231"/>
                    </a:cubicBezTo>
                    <a:cubicBezTo>
                      <a:pt x="54104" y="4038"/>
                      <a:pt x="54710" y="4644"/>
                      <a:pt x="55315" y="5653"/>
                    </a:cubicBezTo>
                    <a:cubicBezTo>
                      <a:pt x="65006" y="18977"/>
                      <a:pt x="59555" y="40377"/>
                      <a:pt x="56325" y="49461"/>
                    </a:cubicBezTo>
                    <a:cubicBezTo>
                      <a:pt x="55517" y="52086"/>
                      <a:pt x="52893" y="53902"/>
                      <a:pt x="50269" y="53902"/>
                    </a:cubicBezTo>
                    <a:lnTo>
                      <a:pt x="49259" y="53902"/>
                    </a:lnTo>
                    <a:cubicBezTo>
                      <a:pt x="39165" y="53902"/>
                      <a:pt x="18170" y="52287"/>
                      <a:pt x="8883" y="39367"/>
                    </a:cubicBezTo>
                    <a:cubicBezTo>
                      <a:pt x="8076" y="38560"/>
                      <a:pt x="7470" y="37550"/>
                      <a:pt x="7067" y="36743"/>
                    </a:cubicBezTo>
                    <a:cubicBezTo>
                      <a:pt x="5250" y="40175"/>
                      <a:pt x="3231" y="43405"/>
                      <a:pt x="1010" y="46433"/>
                    </a:cubicBezTo>
                    <a:cubicBezTo>
                      <a:pt x="808" y="46837"/>
                      <a:pt x="405" y="47240"/>
                      <a:pt x="1" y="47644"/>
                    </a:cubicBezTo>
                    <a:cubicBezTo>
                      <a:pt x="13729" y="65006"/>
                      <a:pt x="42597" y="67226"/>
                      <a:pt x="56527" y="67226"/>
                    </a:cubicBezTo>
                    <a:lnTo>
                      <a:pt x="57738" y="67226"/>
                    </a:lnTo>
                    <a:cubicBezTo>
                      <a:pt x="61776" y="67226"/>
                      <a:pt x="65409" y="64602"/>
                      <a:pt x="66621" y="60968"/>
                    </a:cubicBezTo>
                    <a:cubicBezTo>
                      <a:pt x="70860" y="48250"/>
                      <a:pt x="78532" y="18977"/>
                      <a:pt x="6601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8197;p58">
                <a:extLst>
                  <a:ext uri="{FF2B5EF4-FFF2-40B4-BE49-F238E27FC236}">
                    <a16:creationId xmlns:a16="http://schemas.microsoft.com/office/drawing/2014/main" id="{D0635E7F-3569-01D7-E812-A47B05C810B0}"/>
                  </a:ext>
                </a:extLst>
              </p:cNvPr>
              <p:cNvSpPr/>
              <p:nvPr/>
            </p:nvSpPr>
            <p:spPr>
              <a:xfrm>
                <a:off x="2840508" y="1660548"/>
                <a:ext cx="49316" cy="100770"/>
              </a:xfrm>
              <a:custGeom>
                <a:avLst/>
                <a:gdLst/>
                <a:ahLst/>
                <a:cxnLst/>
                <a:rect l="l" t="t" r="r" b="b"/>
                <a:pathLst>
                  <a:path w="13931" h="28466" extrusionOk="0">
                    <a:moveTo>
                      <a:pt x="6865" y="0"/>
                    </a:moveTo>
                    <a:cubicBezTo>
                      <a:pt x="5855" y="6259"/>
                      <a:pt x="3433" y="12113"/>
                      <a:pt x="1" y="17564"/>
                    </a:cubicBezTo>
                    <a:cubicBezTo>
                      <a:pt x="1818" y="20996"/>
                      <a:pt x="3837" y="24428"/>
                      <a:pt x="6057" y="27658"/>
                    </a:cubicBezTo>
                    <a:cubicBezTo>
                      <a:pt x="6259" y="27860"/>
                      <a:pt x="6663" y="28263"/>
                      <a:pt x="6865" y="28465"/>
                    </a:cubicBezTo>
                    <a:cubicBezTo>
                      <a:pt x="7269" y="28061"/>
                      <a:pt x="7470" y="27860"/>
                      <a:pt x="7874" y="27456"/>
                    </a:cubicBezTo>
                    <a:cubicBezTo>
                      <a:pt x="10095" y="24226"/>
                      <a:pt x="12114" y="20996"/>
                      <a:pt x="13931" y="17564"/>
                    </a:cubicBezTo>
                    <a:cubicBezTo>
                      <a:pt x="10297" y="12113"/>
                      <a:pt x="8076" y="6259"/>
                      <a:pt x="686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8198;p58">
                <a:extLst>
                  <a:ext uri="{FF2B5EF4-FFF2-40B4-BE49-F238E27FC236}">
                    <a16:creationId xmlns:a16="http://schemas.microsoft.com/office/drawing/2014/main" id="{37D0A384-FA78-1781-EDFC-BD7C135696DC}"/>
                  </a:ext>
                </a:extLst>
              </p:cNvPr>
              <p:cNvSpPr/>
              <p:nvPr/>
            </p:nvSpPr>
            <p:spPr>
              <a:xfrm>
                <a:off x="2816930" y="1644831"/>
                <a:ext cx="47886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2200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08" y="7671"/>
                      <a:pt x="3231" y="15141"/>
                      <a:pt x="6663" y="22005"/>
                    </a:cubicBezTo>
                    <a:cubicBezTo>
                      <a:pt x="10095" y="16554"/>
                      <a:pt x="12517" y="10700"/>
                      <a:pt x="13527" y="4441"/>
                    </a:cubicBezTo>
                    <a:cubicBezTo>
                      <a:pt x="13527" y="3836"/>
                      <a:pt x="13325" y="3028"/>
                      <a:pt x="13325" y="2221"/>
                    </a:cubicBezTo>
                    <a:cubicBezTo>
                      <a:pt x="8682" y="2221"/>
                      <a:pt x="4240" y="141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199;p58">
                <a:extLst>
                  <a:ext uri="{FF2B5EF4-FFF2-40B4-BE49-F238E27FC236}">
                    <a16:creationId xmlns:a16="http://schemas.microsoft.com/office/drawing/2014/main" id="{9B4C3BDB-9BAF-EC75-2C50-FF3B0516B197}"/>
                  </a:ext>
                </a:extLst>
              </p:cNvPr>
              <p:cNvSpPr/>
              <p:nvPr/>
            </p:nvSpPr>
            <p:spPr>
              <a:xfrm>
                <a:off x="2889093" y="1602677"/>
                <a:ext cx="205823" cy="180809"/>
              </a:xfrm>
              <a:custGeom>
                <a:avLst/>
                <a:gdLst/>
                <a:ahLst/>
                <a:cxnLst/>
                <a:rect l="l" t="t" r="r" b="b"/>
                <a:pathLst>
                  <a:path w="58142" h="51076" extrusionOk="0">
                    <a:moveTo>
                      <a:pt x="24428" y="0"/>
                    </a:moveTo>
                    <a:cubicBezTo>
                      <a:pt x="23822" y="808"/>
                      <a:pt x="23419" y="1413"/>
                      <a:pt x="22813" y="2019"/>
                    </a:cubicBezTo>
                    <a:cubicBezTo>
                      <a:pt x="18170" y="6460"/>
                      <a:pt x="12719" y="9892"/>
                      <a:pt x="6865" y="11911"/>
                    </a:cubicBezTo>
                    <a:cubicBezTo>
                      <a:pt x="5855" y="19582"/>
                      <a:pt x="3634" y="27052"/>
                      <a:pt x="1" y="33916"/>
                    </a:cubicBezTo>
                    <a:cubicBezTo>
                      <a:pt x="606" y="34723"/>
                      <a:pt x="1212" y="35733"/>
                      <a:pt x="1818" y="36540"/>
                    </a:cubicBezTo>
                    <a:cubicBezTo>
                      <a:pt x="11306" y="49460"/>
                      <a:pt x="32301" y="51075"/>
                      <a:pt x="42395" y="51075"/>
                    </a:cubicBezTo>
                    <a:lnTo>
                      <a:pt x="43203" y="51075"/>
                    </a:lnTo>
                    <a:cubicBezTo>
                      <a:pt x="46029" y="51075"/>
                      <a:pt x="48451" y="49259"/>
                      <a:pt x="49461" y="46634"/>
                    </a:cubicBezTo>
                    <a:cubicBezTo>
                      <a:pt x="52489" y="37550"/>
                      <a:pt x="58142" y="15949"/>
                      <a:pt x="48451" y="2826"/>
                    </a:cubicBezTo>
                    <a:cubicBezTo>
                      <a:pt x="47846" y="1817"/>
                      <a:pt x="47240" y="1211"/>
                      <a:pt x="46433" y="404"/>
                    </a:cubicBezTo>
                    <a:cubicBezTo>
                      <a:pt x="43001" y="808"/>
                      <a:pt x="39569" y="1211"/>
                      <a:pt x="35935" y="1211"/>
                    </a:cubicBezTo>
                    <a:cubicBezTo>
                      <a:pt x="32099" y="1211"/>
                      <a:pt x="28264" y="808"/>
                      <a:pt x="244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8200;p58">
                <a:extLst>
                  <a:ext uri="{FF2B5EF4-FFF2-40B4-BE49-F238E27FC236}">
                    <a16:creationId xmlns:a16="http://schemas.microsoft.com/office/drawing/2014/main" id="{46597CED-E262-75DB-4644-9D6A65D7D559}"/>
                  </a:ext>
                </a:extLst>
              </p:cNvPr>
              <p:cNvSpPr/>
              <p:nvPr/>
            </p:nvSpPr>
            <p:spPr>
              <a:xfrm>
                <a:off x="2864801" y="1644831"/>
                <a:ext cx="48601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22005" extrusionOk="0">
                    <a:moveTo>
                      <a:pt x="13729" y="0"/>
                    </a:moveTo>
                    <a:cubicBezTo>
                      <a:pt x="9287" y="1413"/>
                      <a:pt x="4846" y="2221"/>
                      <a:pt x="405" y="2221"/>
                    </a:cubicBezTo>
                    <a:cubicBezTo>
                      <a:pt x="405" y="3028"/>
                      <a:pt x="203" y="3836"/>
                      <a:pt x="1" y="4441"/>
                    </a:cubicBezTo>
                    <a:cubicBezTo>
                      <a:pt x="1212" y="10700"/>
                      <a:pt x="3433" y="16554"/>
                      <a:pt x="7067" y="22005"/>
                    </a:cubicBezTo>
                    <a:cubicBezTo>
                      <a:pt x="10498" y="15141"/>
                      <a:pt x="12719" y="7671"/>
                      <a:pt x="137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8201;p58">
                <a:extLst>
                  <a:ext uri="{FF2B5EF4-FFF2-40B4-BE49-F238E27FC236}">
                    <a16:creationId xmlns:a16="http://schemas.microsoft.com/office/drawing/2014/main" id="{D57E1848-867E-0C6C-81E3-6AD02C89E450}"/>
                  </a:ext>
                </a:extLst>
              </p:cNvPr>
              <p:cNvSpPr/>
              <p:nvPr/>
            </p:nvSpPr>
            <p:spPr>
              <a:xfrm>
                <a:off x="2864086" y="1653402"/>
                <a:ext cx="2149" cy="7151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020" extrusionOk="0">
                    <a:moveTo>
                      <a:pt x="1" y="1"/>
                    </a:moveTo>
                    <a:cubicBezTo>
                      <a:pt x="1" y="606"/>
                      <a:pt x="203" y="1414"/>
                      <a:pt x="203" y="2019"/>
                    </a:cubicBezTo>
                    <a:cubicBezTo>
                      <a:pt x="405" y="1414"/>
                      <a:pt x="405" y="606"/>
                      <a:pt x="6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8202;p58">
                <a:extLst>
                  <a:ext uri="{FF2B5EF4-FFF2-40B4-BE49-F238E27FC236}">
                    <a16:creationId xmlns:a16="http://schemas.microsoft.com/office/drawing/2014/main" id="{EE99F6E9-5446-F9A5-BE31-D48C592F6418}"/>
                  </a:ext>
                </a:extLst>
              </p:cNvPr>
              <p:cNvSpPr/>
              <p:nvPr/>
            </p:nvSpPr>
            <p:spPr>
              <a:xfrm>
                <a:off x="3006983" y="1313318"/>
                <a:ext cx="225119" cy="279430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935" extrusionOk="0">
                    <a:moveTo>
                      <a:pt x="11104" y="0"/>
                    </a:moveTo>
                    <a:cubicBezTo>
                      <a:pt x="7672" y="0"/>
                      <a:pt x="4240" y="606"/>
                      <a:pt x="1010" y="1413"/>
                    </a:cubicBezTo>
                    <a:lnTo>
                      <a:pt x="1010" y="2625"/>
                    </a:lnTo>
                    <a:cubicBezTo>
                      <a:pt x="1010" y="6662"/>
                      <a:pt x="606" y="10498"/>
                      <a:pt x="1" y="14334"/>
                    </a:cubicBezTo>
                    <a:cubicBezTo>
                      <a:pt x="1010" y="13930"/>
                      <a:pt x="1818" y="13728"/>
                      <a:pt x="2827" y="13324"/>
                    </a:cubicBezTo>
                    <a:cubicBezTo>
                      <a:pt x="5451" y="12517"/>
                      <a:pt x="8278" y="12113"/>
                      <a:pt x="11104" y="12113"/>
                    </a:cubicBezTo>
                    <a:cubicBezTo>
                      <a:pt x="24630" y="12113"/>
                      <a:pt x="38559" y="21198"/>
                      <a:pt x="45020" y="25841"/>
                    </a:cubicBezTo>
                    <a:cubicBezTo>
                      <a:pt x="47240" y="27456"/>
                      <a:pt x="48048" y="30484"/>
                      <a:pt x="47240" y="33108"/>
                    </a:cubicBezTo>
                    <a:cubicBezTo>
                      <a:pt x="44414" y="42395"/>
                      <a:pt x="36339" y="62986"/>
                      <a:pt x="20592" y="68033"/>
                    </a:cubicBezTo>
                    <a:cubicBezTo>
                      <a:pt x="19583" y="68235"/>
                      <a:pt x="18573" y="68639"/>
                      <a:pt x="17564" y="68841"/>
                    </a:cubicBezTo>
                    <a:cubicBezTo>
                      <a:pt x="20188" y="71667"/>
                      <a:pt x="22813" y="74494"/>
                      <a:pt x="25034" y="77522"/>
                    </a:cubicBezTo>
                    <a:cubicBezTo>
                      <a:pt x="25235" y="77925"/>
                      <a:pt x="25639" y="78531"/>
                      <a:pt x="25841" y="78935"/>
                    </a:cubicBezTo>
                    <a:cubicBezTo>
                      <a:pt x="47240" y="71062"/>
                      <a:pt x="58343" y="42799"/>
                      <a:pt x="62381" y="30080"/>
                    </a:cubicBezTo>
                    <a:cubicBezTo>
                      <a:pt x="63592" y="26245"/>
                      <a:pt x="62179" y="22005"/>
                      <a:pt x="58949" y="19583"/>
                    </a:cubicBezTo>
                    <a:cubicBezTo>
                      <a:pt x="49865" y="12921"/>
                      <a:pt x="30081" y="0"/>
                      <a:pt x="111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203;p58">
                <a:extLst>
                  <a:ext uri="{FF2B5EF4-FFF2-40B4-BE49-F238E27FC236}">
                    <a16:creationId xmlns:a16="http://schemas.microsoft.com/office/drawing/2014/main" id="{B5755413-E15F-C218-4B50-5DE8ED46E03E}"/>
                  </a:ext>
                </a:extLst>
              </p:cNvPr>
              <p:cNvSpPr/>
              <p:nvPr/>
            </p:nvSpPr>
            <p:spPr>
              <a:xfrm>
                <a:off x="2956256" y="1319034"/>
                <a:ext cx="54314" cy="72184"/>
              </a:xfrm>
              <a:custGeom>
                <a:avLst/>
                <a:gdLst/>
                <a:ahLst/>
                <a:cxnLst/>
                <a:rect l="l" t="t" r="r" b="b"/>
                <a:pathLst>
                  <a:path w="15343" h="20391" extrusionOk="0">
                    <a:moveTo>
                      <a:pt x="15343" y="0"/>
                    </a:moveTo>
                    <a:lnTo>
                      <a:pt x="13930" y="404"/>
                    </a:lnTo>
                    <a:cubicBezTo>
                      <a:pt x="10094" y="1413"/>
                      <a:pt x="6662" y="2827"/>
                      <a:pt x="3230" y="4644"/>
                    </a:cubicBezTo>
                    <a:cubicBezTo>
                      <a:pt x="2827" y="9691"/>
                      <a:pt x="1817" y="14737"/>
                      <a:pt x="0" y="19583"/>
                    </a:cubicBezTo>
                    <a:lnTo>
                      <a:pt x="1010" y="20390"/>
                    </a:lnTo>
                    <a:cubicBezTo>
                      <a:pt x="5047" y="17160"/>
                      <a:pt x="9489" y="14737"/>
                      <a:pt x="14334" y="12921"/>
                    </a:cubicBezTo>
                    <a:cubicBezTo>
                      <a:pt x="14939" y="9085"/>
                      <a:pt x="15343" y="5047"/>
                      <a:pt x="15343" y="1212"/>
                    </a:cubicBezTo>
                    <a:lnTo>
                      <a:pt x="1534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204;p58">
                <a:extLst>
                  <a:ext uri="{FF2B5EF4-FFF2-40B4-BE49-F238E27FC236}">
                    <a16:creationId xmlns:a16="http://schemas.microsoft.com/office/drawing/2014/main" id="{E3462E2B-9965-406F-FFD8-EFE7737A7E2C}"/>
                  </a:ext>
                </a:extLst>
              </p:cNvPr>
              <p:cNvSpPr/>
              <p:nvPr/>
            </p:nvSpPr>
            <p:spPr>
              <a:xfrm>
                <a:off x="2919817" y="1335466"/>
                <a:ext cx="47886" cy="5288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14940" extrusionOk="0">
                    <a:moveTo>
                      <a:pt x="13526" y="1"/>
                    </a:moveTo>
                    <a:cubicBezTo>
                      <a:pt x="8681" y="2423"/>
                      <a:pt x="4038" y="5451"/>
                      <a:pt x="0" y="9085"/>
                    </a:cubicBezTo>
                    <a:cubicBezTo>
                      <a:pt x="3634" y="10498"/>
                      <a:pt x="7066" y="12517"/>
                      <a:pt x="10296" y="14940"/>
                    </a:cubicBezTo>
                    <a:cubicBezTo>
                      <a:pt x="12113" y="10094"/>
                      <a:pt x="13123" y="5048"/>
                      <a:pt x="135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205;p58">
                <a:extLst>
                  <a:ext uri="{FF2B5EF4-FFF2-40B4-BE49-F238E27FC236}">
                    <a16:creationId xmlns:a16="http://schemas.microsoft.com/office/drawing/2014/main" id="{824BEF40-1EEA-D6CF-3B2F-186FD9B93AD5}"/>
                  </a:ext>
                </a:extLst>
              </p:cNvPr>
              <p:cNvSpPr/>
              <p:nvPr/>
            </p:nvSpPr>
            <p:spPr>
              <a:xfrm>
                <a:off x="3002697" y="1557663"/>
                <a:ext cx="95053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6851" h="13123" extrusionOk="0">
                    <a:moveTo>
                      <a:pt x="18775" y="1"/>
                    </a:moveTo>
                    <a:cubicBezTo>
                      <a:pt x="14737" y="1010"/>
                      <a:pt x="10700" y="1414"/>
                      <a:pt x="6460" y="1616"/>
                    </a:cubicBezTo>
                    <a:cubicBezTo>
                      <a:pt x="4240" y="1616"/>
                      <a:pt x="2019" y="1414"/>
                      <a:pt x="0" y="1010"/>
                    </a:cubicBezTo>
                    <a:lnTo>
                      <a:pt x="0" y="1010"/>
                    </a:lnTo>
                    <a:cubicBezTo>
                      <a:pt x="5451" y="4038"/>
                      <a:pt x="10498" y="8076"/>
                      <a:pt x="14334" y="13123"/>
                    </a:cubicBezTo>
                    <a:cubicBezTo>
                      <a:pt x="18169" y="12517"/>
                      <a:pt x="22005" y="11508"/>
                      <a:pt x="25841" y="10297"/>
                    </a:cubicBezTo>
                    <a:cubicBezTo>
                      <a:pt x="26245" y="10297"/>
                      <a:pt x="26648" y="10095"/>
                      <a:pt x="26850" y="9893"/>
                    </a:cubicBezTo>
                    <a:cubicBezTo>
                      <a:pt x="26648" y="9489"/>
                      <a:pt x="26446" y="9085"/>
                      <a:pt x="26043" y="8682"/>
                    </a:cubicBezTo>
                    <a:cubicBezTo>
                      <a:pt x="23822" y="5452"/>
                      <a:pt x="21399" y="2625"/>
                      <a:pt x="18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8206;p58">
                <a:extLst>
                  <a:ext uri="{FF2B5EF4-FFF2-40B4-BE49-F238E27FC236}">
                    <a16:creationId xmlns:a16="http://schemas.microsoft.com/office/drawing/2014/main" id="{91489B89-C357-31C1-4D22-2C298F06930C}"/>
                  </a:ext>
                </a:extLst>
              </p:cNvPr>
              <p:cNvSpPr/>
              <p:nvPr/>
            </p:nvSpPr>
            <p:spPr>
              <a:xfrm>
                <a:off x="2975545" y="1561238"/>
                <a:ext cx="78616" cy="45740"/>
              </a:xfrm>
              <a:custGeom>
                <a:avLst/>
                <a:gdLst/>
                <a:ahLst/>
                <a:cxnLst/>
                <a:rect l="l" t="t" r="r" b="b"/>
                <a:pathLst>
                  <a:path w="22208" h="12921" extrusionOk="0">
                    <a:moveTo>
                      <a:pt x="7672" y="0"/>
                    </a:moveTo>
                    <a:cubicBezTo>
                      <a:pt x="5654" y="4442"/>
                      <a:pt x="3231" y="8277"/>
                      <a:pt x="1" y="11709"/>
                    </a:cubicBezTo>
                    <a:cubicBezTo>
                      <a:pt x="3837" y="12517"/>
                      <a:pt x="7672" y="12920"/>
                      <a:pt x="11508" y="12920"/>
                    </a:cubicBezTo>
                    <a:cubicBezTo>
                      <a:pt x="15142" y="12920"/>
                      <a:pt x="18574" y="12517"/>
                      <a:pt x="22208" y="12113"/>
                    </a:cubicBezTo>
                    <a:cubicBezTo>
                      <a:pt x="18170" y="7066"/>
                      <a:pt x="13123" y="3028"/>
                      <a:pt x="767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207;p58">
                <a:extLst>
                  <a:ext uri="{FF2B5EF4-FFF2-40B4-BE49-F238E27FC236}">
                    <a16:creationId xmlns:a16="http://schemas.microsoft.com/office/drawing/2014/main" id="{E0E115E8-692C-BB74-E3FA-128D9864B887}"/>
                  </a:ext>
                </a:extLst>
              </p:cNvPr>
              <p:cNvSpPr/>
              <p:nvPr/>
            </p:nvSpPr>
            <p:spPr>
              <a:xfrm>
                <a:off x="2959827" y="1364044"/>
                <a:ext cx="47171" cy="60035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6959" extrusionOk="0">
                    <a:moveTo>
                      <a:pt x="13325" y="1"/>
                    </a:moveTo>
                    <a:lnTo>
                      <a:pt x="13325" y="1"/>
                    </a:lnTo>
                    <a:cubicBezTo>
                      <a:pt x="8480" y="1818"/>
                      <a:pt x="4038" y="4442"/>
                      <a:pt x="1" y="7672"/>
                    </a:cubicBezTo>
                    <a:cubicBezTo>
                      <a:pt x="1010" y="8480"/>
                      <a:pt x="2019" y="9287"/>
                      <a:pt x="2827" y="10095"/>
                    </a:cubicBezTo>
                    <a:cubicBezTo>
                      <a:pt x="4846" y="12315"/>
                      <a:pt x="6663" y="14536"/>
                      <a:pt x="8278" y="16959"/>
                    </a:cubicBezTo>
                    <a:cubicBezTo>
                      <a:pt x="10700" y="11508"/>
                      <a:pt x="12315" y="5855"/>
                      <a:pt x="13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208;p58">
                <a:extLst>
                  <a:ext uri="{FF2B5EF4-FFF2-40B4-BE49-F238E27FC236}">
                    <a16:creationId xmlns:a16="http://schemas.microsoft.com/office/drawing/2014/main" id="{38BF0F68-34FF-8D9A-9F27-B34492D31DFA}"/>
                  </a:ext>
                </a:extLst>
              </p:cNvPr>
              <p:cNvSpPr/>
              <p:nvPr/>
            </p:nvSpPr>
            <p:spPr>
              <a:xfrm>
                <a:off x="3002697" y="1515509"/>
                <a:ext cx="67179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3325" extrusionOk="0">
                    <a:moveTo>
                      <a:pt x="2827" y="1"/>
                    </a:moveTo>
                    <a:cubicBezTo>
                      <a:pt x="2625" y="4442"/>
                      <a:pt x="1615" y="8682"/>
                      <a:pt x="0" y="12921"/>
                    </a:cubicBezTo>
                    <a:cubicBezTo>
                      <a:pt x="2221" y="13123"/>
                      <a:pt x="4442" y="13325"/>
                      <a:pt x="6460" y="13325"/>
                    </a:cubicBezTo>
                    <a:cubicBezTo>
                      <a:pt x="10700" y="13325"/>
                      <a:pt x="14939" y="12719"/>
                      <a:pt x="18977" y="11710"/>
                    </a:cubicBezTo>
                    <a:cubicBezTo>
                      <a:pt x="14132" y="7067"/>
                      <a:pt x="8883" y="3029"/>
                      <a:pt x="282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209;p58">
                <a:extLst>
                  <a:ext uri="{FF2B5EF4-FFF2-40B4-BE49-F238E27FC236}">
                    <a16:creationId xmlns:a16="http://schemas.microsoft.com/office/drawing/2014/main" id="{599F8EF6-362E-84BE-F63A-C4DD249D8158}"/>
                  </a:ext>
                </a:extLst>
              </p:cNvPr>
              <p:cNvSpPr/>
              <p:nvPr/>
            </p:nvSpPr>
            <p:spPr>
              <a:xfrm>
                <a:off x="3001982" y="1561238"/>
                <a:ext cx="719" cy="4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" extrusionOk="0">
                    <a:moveTo>
                      <a:pt x="202" y="0"/>
                    </a:moveTo>
                    <a:lnTo>
                      <a:pt x="20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8210;p58">
                <a:extLst>
                  <a:ext uri="{FF2B5EF4-FFF2-40B4-BE49-F238E27FC236}">
                    <a16:creationId xmlns:a16="http://schemas.microsoft.com/office/drawing/2014/main" id="{6BCB652E-7678-F988-CF1B-5D8B26D0A202}"/>
                  </a:ext>
                </a:extLst>
              </p:cNvPr>
              <p:cNvSpPr/>
              <p:nvPr/>
            </p:nvSpPr>
            <p:spPr>
              <a:xfrm>
                <a:off x="2727622" y="1560523"/>
                <a:ext cx="4" cy="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8211;p58">
                <a:extLst>
                  <a:ext uri="{FF2B5EF4-FFF2-40B4-BE49-F238E27FC236}">
                    <a16:creationId xmlns:a16="http://schemas.microsoft.com/office/drawing/2014/main" id="{D2AC5D23-06D2-11C4-7B11-4477F0A4AD49}"/>
                  </a:ext>
                </a:extLst>
              </p:cNvPr>
              <p:cNvSpPr/>
              <p:nvPr/>
            </p:nvSpPr>
            <p:spPr>
              <a:xfrm>
                <a:off x="2706186" y="1356898"/>
                <a:ext cx="321598" cy="311591"/>
              </a:xfrm>
              <a:custGeom>
                <a:avLst/>
                <a:gdLst/>
                <a:ahLst/>
                <a:cxnLst/>
                <a:rect l="l" t="t" r="r" b="b"/>
                <a:pathLst>
                  <a:path w="90847" h="88020" fill="none" extrusionOk="0">
                    <a:moveTo>
                      <a:pt x="44818" y="1"/>
                    </a:moveTo>
                    <a:cubicBezTo>
                      <a:pt x="24832" y="1"/>
                      <a:pt x="7672" y="13931"/>
                      <a:pt x="3836" y="33715"/>
                    </a:cubicBezTo>
                    <a:cubicBezTo>
                      <a:pt x="1" y="53297"/>
                      <a:pt x="10297" y="72879"/>
                      <a:pt x="28869" y="80550"/>
                    </a:cubicBezTo>
                    <a:cubicBezTo>
                      <a:pt x="47240" y="88020"/>
                      <a:pt x="68639" y="81560"/>
                      <a:pt x="79743" y="65006"/>
                    </a:cubicBezTo>
                    <a:cubicBezTo>
                      <a:pt x="90846" y="48452"/>
                      <a:pt x="88625" y="26245"/>
                      <a:pt x="74494" y="12114"/>
                    </a:cubicBezTo>
                    <a:cubicBezTo>
                      <a:pt x="66621" y="4240"/>
                      <a:pt x="55921" y="1"/>
                      <a:pt x="4481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miter lim="20187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8212;p58">
              <a:extLst>
                <a:ext uri="{FF2B5EF4-FFF2-40B4-BE49-F238E27FC236}">
                  <a16:creationId xmlns:a16="http://schemas.microsoft.com/office/drawing/2014/main" id="{964610E0-D20C-24D4-DFD7-4ED4EB928227}"/>
                </a:ext>
              </a:extLst>
            </p:cNvPr>
            <p:cNvGrpSpPr/>
            <p:nvPr/>
          </p:nvGrpSpPr>
          <p:grpSpPr>
            <a:xfrm>
              <a:off x="2517909" y="1188726"/>
              <a:ext cx="702702" cy="725214"/>
              <a:chOff x="2517909" y="1188726"/>
              <a:chExt cx="702702" cy="725214"/>
            </a:xfrm>
          </p:grpSpPr>
          <p:sp>
            <p:nvSpPr>
              <p:cNvPr id="7" name="Google Shape;8213;p58">
                <a:extLst>
                  <a:ext uri="{FF2B5EF4-FFF2-40B4-BE49-F238E27FC236}">
                    <a16:creationId xmlns:a16="http://schemas.microsoft.com/office/drawing/2014/main" id="{394158E1-A73B-67E0-CCA1-1315347D4CA1}"/>
                  </a:ext>
                </a:extLst>
              </p:cNvPr>
              <p:cNvSpPr/>
              <p:nvPr/>
            </p:nvSpPr>
            <p:spPr>
              <a:xfrm>
                <a:off x="2621966" y="1188726"/>
                <a:ext cx="114832" cy="86149"/>
              </a:xfrm>
              <a:custGeom>
                <a:avLst/>
                <a:gdLst/>
                <a:ahLst/>
                <a:cxnLst/>
                <a:rect l="l" t="t" r="r" b="b"/>
                <a:pathLst>
                  <a:path w="10285" h="7716" extrusionOk="0">
                    <a:moveTo>
                      <a:pt x="10284" y="1"/>
                    </a:moveTo>
                    <a:lnTo>
                      <a:pt x="7413" y="282"/>
                    </a:lnTo>
                    <a:lnTo>
                      <a:pt x="7949" y="1144"/>
                    </a:lnTo>
                    <a:cubicBezTo>
                      <a:pt x="4966" y="2788"/>
                      <a:pt x="2280" y="4920"/>
                      <a:pt x="0" y="7451"/>
                    </a:cubicBezTo>
                    <a:lnTo>
                      <a:pt x="294" y="7716"/>
                    </a:lnTo>
                    <a:cubicBezTo>
                      <a:pt x="2547" y="5212"/>
                      <a:pt x="5206" y="3102"/>
                      <a:pt x="8156" y="1479"/>
                    </a:cubicBezTo>
                    <a:lnTo>
                      <a:pt x="8760" y="245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8214;p58">
                <a:extLst>
                  <a:ext uri="{FF2B5EF4-FFF2-40B4-BE49-F238E27FC236}">
                    <a16:creationId xmlns:a16="http://schemas.microsoft.com/office/drawing/2014/main" id="{A1E05205-CD1D-7993-A227-FD0695843A43}"/>
                  </a:ext>
                </a:extLst>
              </p:cNvPr>
              <p:cNvSpPr/>
              <p:nvPr/>
            </p:nvSpPr>
            <p:spPr>
              <a:xfrm>
                <a:off x="2517909" y="1543306"/>
                <a:ext cx="54396" cy="134951"/>
              </a:xfrm>
              <a:custGeom>
                <a:avLst/>
                <a:gdLst/>
                <a:ahLst/>
                <a:cxnLst/>
                <a:rect l="l" t="t" r="r" b="b"/>
                <a:pathLst>
                  <a:path w="4872" h="12087" extrusionOk="0">
                    <a:moveTo>
                      <a:pt x="4871" y="11889"/>
                    </a:moveTo>
                    <a:cubicBezTo>
                      <a:pt x="3186" y="8971"/>
                      <a:pt x="2004" y="5793"/>
                      <a:pt x="1370" y="2482"/>
                    </a:cubicBezTo>
                    <a:lnTo>
                      <a:pt x="2481" y="2209"/>
                    </a:lnTo>
                    <a:lnTo>
                      <a:pt x="620" y="0"/>
                    </a:lnTo>
                    <a:lnTo>
                      <a:pt x="1" y="2820"/>
                    </a:lnTo>
                    <a:lnTo>
                      <a:pt x="987" y="2578"/>
                    </a:lnTo>
                    <a:cubicBezTo>
                      <a:pt x="1629" y="5923"/>
                      <a:pt x="2827" y="9136"/>
                      <a:pt x="4530" y="12087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8215;p58">
                <a:extLst>
                  <a:ext uri="{FF2B5EF4-FFF2-40B4-BE49-F238E27FC236}">
                    <a16:creationId xmlns:a16="http://schemas.microsoft.com/office/drawing/2014/main" id="{D5D4C28F-4FED-936B-BE2B-8C701F886411}"/>
                  </a:ext>
                </a:extLst>
              </p:cNvPr>
              <p:cNvSpPr/>
              <p:nvPr/>
            </p:nvSpPr>
            <p:spPr>
              <a:xfrm>
                <a:off x="3174265" y="1556894"/>
                <a:ext cx="46346" cy="135275"/>
              </a:xfrm>
              <a:custGeom>
                <a:avLst/>
                <a:gdLst/>
                <a:ahLst/>
                <a:cxnLst/>
                <a:rect l="l" t="t" r="r" b="b"/>
                <a:pathLst>
                  <a:path w="4151" h="12116" extrusionOk="0">
                    <a:moveTo>
                      <a:pt x="4150" y="41"/>
                    </a:moveTo>
                    <a:lnTo>
                      <a:pt x="3759" y="0"/>
                    </a:lnTo>
                    <a:cubicBezTo>
                      <a:pt x="3405" y="3350"/>
                      <a:pt x="2494" y="6618"/>
                      <a:pt x="1059" y="9668"/>
                    </a:cubicBezTo>
                    <a:lnTo>
                      <a:pt x="0" y="9237"/>
                    </a:lnTo>
                    <a:lnTo>
                      <a:pt x="208" y="12116"/>
                    </a:lnTo>
                    <a:lnTo>
                      <a:pt x="2367" y="10200"/>
                    </a:lnTo>
                    <a:lnTo>
                      <a:pt x="1426" y="9817"/>
                    </a:lnTo>
                    <a:cubicBezTo>
                      <a:pt x="2873" y="6733"/>
                      <a:pt x="3793" y="3429"/>
                      <a:pt x="4150" y="4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8216;p58">
                <a:extLst>
                  <a:ext uri="{FF2B5EF4-FFF2-40B4-BE49-F238E27FC236}">
                    <a16:creationId xmlns:a16="http://schemas.microsoft.com/office/drawing/2014/main" id="{D1346053-0D88-DDD9-247C-690F79B350C2}"/>
                  </a:ext>
                </a:extLst>
              </p:cNvPr>
              <p:cNvSpPr/>
              <p:nvPr/>
            </p:nvSpPr>
            <p:spPr>
              <a:xfrm>
                <a:off x="3023194" y="1197200"/>
                <a:ext cx="116417" cy="83525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8217;p58">
                <a:extLst>
                  <a:ext uri="{FF2B5EF4-FFF2-40B4-BE49-F238E27FC236}">
                    <a16:creationId xmlns:a16="http://schemas.microsoft.com/office/drawing/2014/main" id="{5311B35E-86E1-44B8-BFC3-332B15D8BCC0}"/>
                  </a:ext>
                </a:extLst>
              </p:cNvPr>
              <p:cNvSpPr/>
              <p:nvPr/>
            </p:nvSpPr>
            <p:spPr>
              <a:xfrm rot="8660313">
                <a:off x="2818264" y="1804296"/>
                <a:ext cx="116433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3271810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5A9F762C-8FC5-FB75-8921-61957A52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3">
            <a:extLst>
              <a:ext uri="{FF2B5EF4-FFF2-40B4-BE49-F238E27FC236}">
                <a16:creationId xmlns:a16="http://schemas.microsoft.com/office/drawing/2014/main" id="{89AEAF39-A0DF-3544-0F4F-A520569BE9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8167" y="20836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Na</a:t>
            </a:r>
            <a:r>
              <a:rPr lang="en-GB" sz="3200" dirty="0"/>
              <a:t>ï</a:t>
            </a:r>
            <a:r>
              <a:rPr lang="en" sz="3200" dirty="0"/>
              <a:t>ve Bayes</a:t>
            </a:r>
            <a:endParaRPr sz="3200" dirty="0"/>
          </a:p>
        </p:txBody>
      </p:sp>
      <p:sp>
        <p:nvSpPr>
          <p:cNvPr id="533" name="Google Shape;533;p43">
            <a:extLst>
              <a:ext uri="{FF2B5EF4-FFF2-40B4-BE49-F238E27FC236}">
                <a16:creationId xmlns:a16="http://schemas.microsoft.com/office/drawing/2014/main" id="{3628842B-BA86-F076-CD1C-7E0C904FAE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08167" y="1008694"/>
            <a:ext cx="3376200" cy="1400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S</a:t>
            </a:r>
            <a:r>
              <a:rPr lang="en" sz="1200" dirty="0"/>
              <a:t>upervised learning -&gt; Classification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C</a:t>
            </a:r>
            <a:r>
              <a:rPr lang="en" sz="1200" dirty="0"/>
              <a:t>lassifies data based on leaftures from labelled data set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" sz="1200" dirty="0"/>
              <a:t>Assumes that features arent interdependent – so can’t be used in Cobot’s learning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dirty="0"/>
          </a:p>
        </p:txBody>
      </p:sp>
      <p:sp>
        <p:nvSpPr>
          <p:cNvPr id="534" name="Google Shape;534;p43">
            <a:extLst>
              <a:ext uri="{FF2B5EF4-FFF2-40B4-BE49-F238E27FC236}">
                <a16:creationId xmlns:a16="http://schemas.microsoft.com/office/drawing/2014/main" id="{2D7347FC-944E-A52E-E21F-DA30F8FB1FD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743925" y="20836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Decision Tree</a:t>
            </a:r>
            <a:endParaRPr sz="3200" dirty="0"/>
          </a:p>
        </p:txBody>
      </p:sp>
      <p:sp>
        <p:nvSpPr>
          <p:cNvPr id="535" name="Google Shape;535;p43">
            <a:extLst>
              <a:ext uri="{FF2B5EF4-FFF2-40B4-BE49-F238E27FC236}">
                <a16:creationId xmlns:a16="http://schemas.microsoft.com/office/drawing/2014/main" id="{7A6488D8-B129-004B-813A-2BE5C8197D9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43925" y="998907"/>
            <a:ext cx="3376200" cy="1345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" sz="1200" dirty="0"/>
              <a:t>Supervised Learnig -&gt; Classification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" sz="1200" dirty="0"/>
              <a:t>Leads to overfitting (works poorly on unseen data) so affects the overall performance of the Cobot.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sz="1200" dirty="0"/>
          </a:p>
        </p:txBody>
      </p:sp>
      <p:sp>
        <p:nvSpPr>
          <p:cNvPr id="536" name="Google Shape;536;p43">
            <a:extLst>
              <a:ext uri="{FF2B5EF4-FFF2-40B4-BE49-F238E27FC236}">
                <a16:creationId xmlns:a16="http://schemas.microsoft.com/office/drawing/2014/main" id="{D4C68A8D-CCAE-1091-8A14-626953DF5B4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728217" y="2175616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Deep learning</a:t>
            </a:r>
            <a:endParaRPr sz="3200" dirty="0"/>
          </a:p>
        </p:txBody>
      </p:sp>
      <p:sp>
        <p:nvSpPr>
          <p:cNvPr id="538" name="Google Shape;538;p43">
            <a:extLst>
              <a:ext uri="{FF2B5EF4-FFF2-40B4-BE49-F238E27FC236}">
                <a16:creationId xmlns:a16="http://schemas.microsoft.com/office/drawing/2014/main" id="{B60C25FB-8DF4-330F-F013-33CC9B4A2C70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636382" y="2175616"/>
            <a:ext cx="3935618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K Means Clustering</a:t>
            </a:r>
            <a:endParaRPr sz="3200" dirty="0"/>
          </a:p>
        </p:txBody>
      </p:sp>
      <p:sp>
        <p:nvSpPr>
          <p:cNvPr id="2" name="Google Shape;535;p43">
            <a:extLst>
              <a:ext uri="{FF2B5EF4-FFF2-40B4-BE49-F238E27FC236}">
                <a16:creationId xmlns:a16="http://schemas.microsoft.com/office/drawing/2014/main" id="{8BC7F8BB-E254-F06C-1E8E-6746B5534D7C}"/>
              </a:ext>
            </a:extLst>
          </p:cNvPr>
          <p:cNvSpPr txBox="1">
            <a:spLocks/>
          </p:cNvSpPr>
          <p:nvPr/>
        </p:nvSpPr>
        <p:spPr>
          <a:xfrm>
            <a:off x="1008167" y="3001516"/>
            <a:ext cx="3376200" cy="134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6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Unsupervised Learning -&gt; Clustering </a:t>
            </a:r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Model finds hidden patterns in data – creates decision boundaries</a:t>
            </a:r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Can be used as works well with noisy and multi dimensional data, commonly found in Cobot’s systems</a:t>
            </a:r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lang="en-GB" sz="1200" dirty="0"/>
          </a:p>
        </p:txBody>
      </p:sp>
      <p:sp>
        <p:nvSpPr>
          <p:cNvPr id="7" name="Google Shape;535;p43">
            <a:extLst>
              <a:ext uri="{FF2B5EF4-FFF2-40B4-BE49-F238E27FC236}">
                <a16:creationId xmlns:a16="http://schemas.microsoft.com/office/drawing/2014/main" id="{39D3AEAB-4CA8-8394-8A1B-0E52D26862AF}"/>
              </a:ext>
            </a:extLst>
          </p:cNvPr>
          <p:cNvSpPr txBox="1">
            <a:spLocks/>
          </p:cNvSpPr>
          <p:nvPr/>
        </p:nvSpPr>
        <p:spPr>
          <a:xfrm>
            <a:off x="4728217" y="2799492"/>
            <a:ext cx="4025502" cy="214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6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None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Facilitates Cobot to learn on its own – making them adaptable to any environment</a:t>
            </a:r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DL uses neural networks (similar to human's neuron system) to derive output</a:t>
            </a:r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1200" dirty="0"/>
              <a:t>Between input and output layer there are several hidden layer aka nodes – these nodes are given weight and adjusted using backpropagation to minimize errors in decision making ability</a:t>
            </a:r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lang="en-GB" sz="1200" dirty="0"/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lang="en-GB" sz="1200" dirty="0"/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lang="en-GB" sz="1200" dirty="0"/>
          </a:p>
          <a:p>
            <a:pPr marL="171450" indent="-1714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51279418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98DD-8988-442D-B57D-FF6A2405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these Models assist Cobots?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255E46-57EF-D6F4-81D1-0E7EA83E6813}"/>
              </a:ext>
            </a:extLst>
          </p:cNvPr>
          <p:cNvGrpSpPr/>
          <p:nvPr/>
        </p:nvGrpSpPr>
        <p:grpSpPr>
          <a:xfrm>
            <a:off x="0" y="975560"/>
            <a:ext cx="9155428" cy="3796543"/>
            <a:chOff x="708598" y="1254114"/>
            <a:chExt cx="8446830" cy="3098155"/>
          </a:xfrm>
        </p:grpSpPr>
        <p:grpSp>
          <p:nvGrpSpPr>
            <p:cNvPr id="3" name="Google Shape;7292;p56">
              <a:extLst>
                <a:ext uri="{FF2B5EF4-FFF2-40B4-BE49-F238E27FC236}">
                  <a16:creationId xmlns:a16="http://schemas.microsoft.com/office/drawing/2014/main" id="{ABE0E868-7355-0AE5-589A-74B9299A6B75}"/>
                </a:ext>
              </a:extLst>
            </p:cNvPr>
            <p:cNvGrpSpPr/>
            <p:nvPr/>
          </p:nvGrpSpPr>
          <p:grpSpPr>
            <a:xfrm>
              <a:off x="1451428" y="1254114"/>
              <a:ext cx="7704000" cy="3098155"/>
              <a:chOff x="3530532" y="1422986"/>
              <a:chExt cx="1083111" cy="840280"/>
            </a:xfrm>
          </p:grpSpPr>
          <p:grpSp>
            <p:nvGrpSpPr>
              <p:cNvPr id="4" name="Google Shape;7293;p56">
                <a:extLst>
                  <a:ext uri="{FF2B5EF4-FFF2-40B4-BE49-F238E27FC236}">
                    <a16:creationId xmlns:a16="http://schemas.microsoft.com/office/drawing/2014/main" id="{2C853F1B-59B8-D5B9-A00B-BFC83E73D6F2}"/>
                  </a:ext>
                </a:extLst>
              </p:cNvPr>
              <p:cNvGrpSpPr/>
              <p:nvPr/>
            </p:nvGrpSpPr>
            <p:grpSpPr>
              <a:xfrm>
                <a:off x="3720318" y="1857562"/>
                <a:ext cx="893325" cy="54"/>
                <a:chOff x="3720318" y="1857562"/>
                <a:chExt cx="893325" cy="54"/>
              </a:xfrm>
            </p:grpSpPr>
            <p:cxnSp>
              <p:nvCxnSpPr>
                <p:cNvPr id="21" name="Google Shape;7294;p56">
                  <a:extLst>
                    <a:ext uri="{FF2B5EF4-FFF2-40B4-BE49-F238E27FC236}">
                      <a16:creationId xmlns:a16="http://schemas.microsoft.com/office/drawing/2014/main" id="{C2A2FFB1-D485-06FD-8029-58375FD331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40243" y="1857616"/>
                  <a:ext cx="173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7296;p56">
                  <a:extLst>
                    <a:ext uri="{FF2B5EF4-FFF2-40B4-BE49-F238E27FC236}">
                      <a16:creationId xmlns:a16="http://schemas.microsoft.com/office/drawing/2014/main" id="{B9338BC2-A969-E714-6F32-979025DABBCE}"/>
                    </a:ext>
                  </a:extLst>
                </p:cNvPr>
                <p:cNvCxnSpPr/>
                <p:nvPr/>
              </p:nvCxnSpPr>
              <p:spPr>
                <a:xfrm>
                  <a:off x="4074943" y="1857562"/>
                  <a:ext cx="173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7297;p56">
                  <a:extLst>
                    <a:ext uri="{FF2B5EF4-FFF2-40B4-BE49-F238E27FC236}">
                      <a16:creationId xmlns:a16="http://schemas.microsoft.com/office/drawing/2014/main" id="{3C213AAA-6934-517B-376F-45D726977EFD}"/>
                    </a:ext>
                  </a:extLst>
                </p:cNvPr>
                <p:cNvCxnSpPr/>
                <p:nvPr/>
              </p:nvCxnSpPr>
              <p:spPr>
                <a:xfrm>
                  <a:off x="3720318" y="1857562"/>
                  <a:ext cx="173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" name="Google Shape;7299;p56">
                <a:extLst>
                  <a:ext uri="{FF2B5EF4-FFF2-40B4-BE49-F238E27FC236}">
                    <a16:creationId xmlns:a16="http://schemas.microsoft.com/office/drawing/2014/main" id="{0D7CB392-6F2E-DFB5-6756-73501A147535}"/>
                  </a:ext>
                </a:extLst>
              </p:cNvPr>
              <p:cNvGrpSpPr/>
              <p:nvPr/>
            </p:nvGrpSpPr>
            <p:grpSpPr>
              <a:xfrm>
                <a:off x="3567462" y="1465033"/>
                <a:ext cx="324107" cy="304067"/>
                <a:chOff x="3567462" y="1465033"/>
                <a:chExt cx="324107" cy="304067"/>
              </a:xfrm>
            </p:grpSpPr>
            <p:cxnSp>
              <p:nvCxnSpPr>
                <p:cNvPr id="19" name="Google Shape;7300;p56">
                  <a:extLst>
                    <a:ext uri="{FF2B5EF4-FFF2-40B4-BE49-F238E27FC236}">
                      <a16:creationId xmlns:a16="http://schemas.microsoft.com/office/drawing/2014/main" id="{3FDE1B91-800E-2C7B-7C5B-EA1DE86F53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24432" y="1659952"/>
                  <a:ext cx="2193" cy="109148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0" name="Google Shape;7301;p56">
                  <a:extLst>
                    <a:ext uri="{FF2B5EF4-FFF2-40B4-BE49-F238E27FC236}">
                      <a16:creationId xmlns:a16="http://schemas.microsoft.com/office/drawing/2014/main" id="{24494789-DD05-FD99-F702-24691D63D841}"/>
                    </a:ext>
                  </a:extLst>
                </p:cNvPr>
                <p:cNvSpPr/>
                <p:nvPr/>
              </p:nvSpPr>
              <p:spPr>
                <a:xfrm>
                  <a:off x="3567462" y="1465033"/>
                  <a:ext cx="324107" cy="19204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" name="Google Shape;7302;p56">
                <a:extLst>
                  <a:ext uri="{FF2B5EF4-FFF2-40B4-BE49-F238E27FC236}">
                    <a16:creationId xmlns:a16="http://schemas.microsoft.com/office/drawing/2014/main" id="{A7A66B57-A5A9-B34F-0641-5BF852F12DA7}"/>
                  </a:ext>
                </a:extLst>
              </p:cNvPr>
              <p:cNvSpPr/>
              <p:nvPr/>
            </p:nvSpPr>
            <p:spPr>
              <a:xfrm>
                <a:off x="3530532" y="1771972"/>
                <a:ext cx="187800" cy="247835"/>
              </a:xfrm>
              <a:prstGeom prst="ellipse">
                <a:avLst/>
              </a:prstGeom>
              <a:noFill/>
              <a:ln w="9525" cap="flat" cmpd="sng">
                <a:solidFill>
                  <a:schemeClr val="tx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7303;p56">
                <a:extLst>
                  <a:ext uri="{FF2B5EF4-FFF2-40B4-BE49-F238E27FC236}">
                    <a16:creationId xmlns:a16="http://schemas.microsoft.com/office/drawing/2014/main" id="{107889FE-DA7A-D96E-01B5-F40C66D34505}"/>
                  </a:ext>
                </a:extLst>
              </p:cNvPr>
              <p:cNvSpPr/>
              <p:nvPr/>
            </p:nvSpPr>
            <p:spPr>
              <a:xfrm>
                <a:off x="3891569" y="1719174"/>
                <a:ext cx="187800" cy="247835"/>
              </a:xfrm>
              <a:prstGeom prst="ellipse">
                <a:avLst/>
              </a:prstGeom>
              <a:noFill/>
              <a:ln w="9525" cap="flat" cmpd="sng">
                <a:solidFill>
                  <a:schemeClr val="tx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" name="Google Shape;7304;p56">
                <a:extLst>
                  <a:ext uri="{FF2B5EF4-FFF2-40B4-BE49-F238E27FC236}">
                    <a16:creationId xmlns:a16="http://schemas.microsoft.com/office/drawing/2014/main" id="{4BAE062F-E97B-3115-693D-B4801B2E8CC3}"/>
                  </a:ext>
                </a:extLst>
              </p:cNvPr>
              <p:cNvGrpSpPr/>
              <p:nvPr/>
            </p:nvGrpSpPr>
            <p:grpSpPr>
              <a:xfrm>
                <a:off x="3929014" y="1960574"/>
                <a:ext cx="316229" cy="302692"/>
                <a:chOff x="3929014" y="1960574"/>
                <a:chExt cx="316229" cy="302692"/>
              </a:xfrm>
            </p:grpSpPr>
            <p:cxnSp>
              <p:nvCxnSpPr>
                <p:cNvPr id="17" name="Google Shape;7305;p56">
                  <a:extLst>
                    <a:ext uri="{FF2B5EF4-FFF2-40B4-BE49-F238E27FC236}">
                      <a16:creationId xmlns:a16="http://schemas.microsoft.com/office/drawing/2014/main" id="{1E021FE0-73EF-1D32-F0F4-26CFC7A7D190}"/>
                    </a:ext>
                  </a:extLst>
                </p:cNvPr>
                <p:cNvCxnSpPr/>
                <p:nvPr/>
              </p:nvCxnSpPr>
              <p:spPr>
                <a:xfrm rot="10800000">
                  <a:off x="3988400" y="1960574"/>
                  <a:ext cx="0" cy="144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8" name="Google Shape;7306;p56">
                  <a:extLst>
                    <a:ext uri="{FF2B5EF4-FFF2-40B4-BE49-F238E27FC236}">
                      <a16:creationId xmlns:a16="http://schemas.microsoft.com/office/drawing/2014/main" id="{2D4A3FE0-51EE-7C9E-4015-4BF4FB108AB1}"/>
                    </a:ext>
                  </a:extLst>
                </p:cNvPr>
                <p:cNvSpPr/>
                <p:nvPr/>
              </p:nvSpPr>
              <p:spPr>
                <a:xfrm>
                  <a:off x="3929014" y="2103016"/>
                  <a:ext cx="316229" cy="16025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" name="Google Shape;7307;p56">
                <a:extLst>
                  <a:ext uri="{FF2B5EF4-FFF2-40B4-BE49-F238E27FC236}">
                    <a16:creationId xmlns:a16="http://schemas.microsoft.com/office/drawing/2014/main" id="{56B4AB8E-3C36-528A-DB22-DFC26E4668B5}"/>
                  </a:ext>
                </a:extLst>
              </p:cNvPr>
              <p:cNvGrpSpPr/>
              <p:nvPr/>
            </p:nvGrpSpPr>
            <p:grpSpPr>
              <a:xfrm>
                <a:off x="4248343" y="1422986"/>
                <a:ext cx="328985" cy="346114"/>
                <a:chOff x="4248343" y="1422986"/>
                <a:chExt cx="328985" cy="346114"/>
              </a:xfrm>
            </p:grpSpPr>
            <p:cxnSp>
              <p:nvCxnSpPr>
                <p:cNvPr id="15" name="Google Shape;7308;p56">
                  <a:extLst>
                    <a:ext uri="{FF2B5EF4-FFF2-40B4-BE49-F238E27FC236}">
                      <a16:creationId xmlns:a16="http://schemas.microsoft.com/office/drawing/2014/main" id="{9DF667C7-BF1F-BCBE-3431-C0F664078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50000" y="1659952"/>
                  <a:ext cx="0" cy="109148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6" name="Google Shape;7309;p56">
                  <a:extLst>
                    <a:ext uri="{FF2B5EF4-FFF2-40B4-BE49-F238E27FC236}">
                      <a16:creationId xmlns:a16="http://schemas.microsoft.com/office/drawing/2014/main" id="{6FE6F6A1-AAA5-12E3-E916-128E0F50A491}"/>
                    </a:ext>
                  </a:extLst>
                </p:cNvPr>
                <p:cNvSpPr/>
                <p:nvPr/>
              </p:nvSpPr>
              <p:spPr>
                <a:xfrm>
                  <a:off x="4248343" y="1422986"/>
                  <a:ext cx="328985" cy="2485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" name="Google Shape;7310;p56">
                <a:extLst>
                  <a:ext uri="{FF2B5EF4-FFF2-40B4-BE49-F238E27FC236}">
                    <a16:creationId xmlns:a16="http://schemas.microsoft.com/office/drawing/2014/main" id="{04D7FFD7-5BFF-9175-4722-42D34435107B}"/>
                  </a:ext>
                </a:extLst>
              </p:cNvPr>
              <p:cNvSpPr/>
              <p:nvPr/>
            </p:nvSpPr>
            <p:spPr>
              <a:xfrm>
                <a:off x="4252606" y="1771972"/>
                <a:ext cx="187800" cy="247834"/>
              </a:xfrm>
              <a:prstGeom prst="ellipse">
                <a:avLst/>
              </a:prstGeom>
              <a:noFill/>
              <a:ln w="9525" cap="flat" cmpd="sng">
                <a:solidFill>
                  <a:schemeClr val="tx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5" name="Google Shape;7294;p56">
              <a:extLst>
                <a:ext uri="{FF2B5EF4-FFF2-40B4-BE49-F238E27FC236}">
                  <a16:creationId xmlns:a16="http://schemas.microsoft.com/office/drawing/2014/main" id="{664992B7-5928-B464-4AB5-A9B4AF360F12}"/>
                </a:ext>
              </a:extLst>
            </p:cNvPr>
            <p:cNvCxnSpPr>
              <a:cxnSpLocks/>
            </p:cNvCxnSpPr>
            <p:nvPr/>
          </p:nvCxnSpPr>
          <p:spPr>
            <a:xfrm>
              <a:off x="708598" y="2856417"/>
              <a:ext cx="742830" cy="0"/>
            </a:xfrm>
            <a:prstGeom prst="straightConnector1">
              <a:avLst/>
            </a:prstGeom>
            <a:noFill/>
            <a:ln w="9525" cap="flat" cmpd="sng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DC39C95-AAA5-2F20-2876-E1AFD4CC6569}"/>
              </a:ext>
            </a:extLst>
          </p:cNvPr>
          <p:cNvSpPr txBox="1"/>
          <p:nvPr/>
        </p:nvSpPr>
        <p:spPr>
          <a:xfrm>
            <a:off x="930418" y="2873674"/>
            <a:ext cx="123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Raavi" panose="020B0502040204020203" pitchFamily="34" charset="0"/>
                <a:ea typeface="Inter Tight" panose="020B0604020202020204" charset="0"/>
                <a:cs typeface="Raavi" panose="020B0502040204020203" pitchFamily="34" charset="0"/>
              </a:rPr>
              <a:t>Real-Time Learning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8AB80B-1E91-999A-6977-B6E3DB0A6926}"/>
              </a:ext>
            </a:extLst>
          </p:cNvPr>
          <p:cNvSpPr txBox="1"/>
          <p:nvPr/>
        </p:nvSpPr>
        <p:spPr>
          <a:xfrm>
            <a:off x="6315235" y="2791245"/>
            <a:ext cx="1560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Raavi" panose="020B0502040204020203" pitchFamily="34" charset="0"/>
                <a:ea typeface="Inter Tight" panose="020B0604020202020204" charset="0"/>
                <a:cs typeface="Raavi" panose="020B0502040204020203" pitchFamily="34" charset="0"/>
              </a:rPr>
              <a:t>Task Optimization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14A49A-488B-C0B7-D8E9-C7BFB7FF77CC}"/>
              </a:ext>
            </a:extLst>
          </p:cNvPr>
          <p:cNvSpPr txBox="1"/>
          <p:nvPr/>
        </p:nvSpPr>
        <p:spPr>
          <a:xfrm>
            <a:off x="3554427" y="2571750"/>
            <a:ext cx="1560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Raavi" panose="020B0502040204020203" pitchFamily="34" charset="0"/>
                <a:ea typeface="Inter Tight" panose="020B0604020202020204" charset="0"/>
                <a:cs typeface="Raavi" panose="020B0502040204020203" pitchFamily="34" charset="0"/>
              </a:rPr>
              <a:t>Predictive Maintenance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26B346-394B-FBA8-ED2B-DCA82C1D37EC}"/>
              </a:ext>
            </a:extLst>
          </p:cNvPr>
          <p:cNvSpPr txBox="1"/>
          <p:nvPr/>
        </p:nvSpPr>
        <p:spPr>
          <a:xfrm>
            <a:off x="1130255" y="1144242"/>
            <a:ext cx="24924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</a:t>
            </a:r>
            <a:r>
              <a:rPr lang="en-GB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ifferentiate between different situations and adapt their techniques, strength, and precision accordingly</a:t>
            </a:r>
            <a:endParaRPr lang="en-GB" sz="1100" dirty="0"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5EAC98-302B-D3C7-6ACE-CED553048107}"/>
              </a:ext>
            </a:extLst>
          </p:cNvPr>
          <p:cNvSpPr txBox="1"/>
          <p:nvPr/>
        </p:nvSpPr>
        <p:spPr>
          <a:xfrm>
            <a:off x="3887698" y="4099118"/>
            <a:ext cx="2778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Predict maintenance times – increases life span of Cobot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B1EC68-26F8-8452-2EED-5DA65B1768E7}"/>
              </a:ext>
            </a:extLst>
          </p:cNvPr>
          <p:cNvSpPr txBox="1"/>
          <p:nvPr/>
        </p:nvSpPr>
        <p:spPr>
          <a:xfrm>
            <a:off x="6339134" y="962891"/>
            <a:ext cx="25363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Learn optimal paths and angles for movement, or the nest sequence of operations to minimize time and energy consumption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055989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0228861C-B723-E333-D5C0-485AB5BA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obots will transform the future of work – Hanwha">
            <a:extLst>
              <a:ext uri="{FF2B5EF4-FFF2-40B4-BE49-F238E27FC236}">
                <a16:creationId xmlns:a16="http://schemas.microsoft.com/office/drawing/2014/main" id="{2C035832-8851-3676-6F33-2AE1DD87C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50" y="787351"/>
            <a:ext cx="2937601" cy="394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1" name="Google Shape;321;p31">
            <a:extLst>
              <a:ext uri="{FF2B5EF4-FFF2-40B4-BE49-F238E27FC236}">
                <a16:creationId xmlns:a16="http://schemas.microsoft.com/office/drawing/2014/main" id="{E2959528-891D-B88B-963B-B3C622DB6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2403240"/>
            <a:ext cx="4285561" cy="1141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What opportunities Cobot’s present</a:t>
            </a:r>
            <a:endParaRPr sz="3200" dirty="0"/>
          </a:p>
        </p:txBody>
      </p:sp>
      <p:sp>
        <p:nvSpPr>
          <p:cNvPr id="322" name="Google Shape;322;p31">
            <a:extLst>
              <a:ext uri="{FF2B5EF4-FFF2-40B4-BE49-F238E27FC236}">
                <a16:creationId xmlns:a16="http://schemas.microsoft.com/office/drawing/2014/main" id="{147BDBDD-76D7-03FE-8FD9-B325A407052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72000" y="1228690"/>
            <a:ext cx="12231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212BFC-8396-4B68-02DC-0133FC1C8196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391019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182F6A9C-FAA7-58A4-69D6-72373C6A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0D0C3BE1-9A66-FCD2-7BBE-9DE3A6577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074" y="867004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Addressing Rising Costs and Labour Shortages</a:t>
            </a:r>
            <a:endParaRPr sz="3200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5A082391-91AB-3A27-CC3A-82ABAED56D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83975" y="2350576"/>
            <a:ext cx="4494900" cy="1456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" dirty="0"/>
              <a:t>Cost Efficiency: Cheaper than hiring human labour. Work continously without breaks – leading to higher output and efficiency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" dirty="0"/>
              <a:t>Scalability: Scale operations by using more Cobots – flexible response to market demand without the lengthy process of hiring </a:t>
            </a:r>
            <a:r>
              <a:rPr lang="en-GB" dirty="0"/>
              <a:t>human labour.</a:t>
            </a:r>
            <a:endParaRPr dirty="0"/>
          </a:p>
        </p:txBody>
      </p:sp>
      <p:grpSp>
        <p:nvGrpSpPr>
          <p:cNvPr id="331" name="Google Shape;331;p32">
            <a:extLst>
              <a:ext uri="{FF2B5EF4-FFF2-40B4-BE49-F238E27FC236}">
                <a16:creationId xmlns:a16="http://schemas.microsoft.com/office/drawing/2014/main" id="{21E39F25-6AF1-2EAF-B6FD-908B956F3262}"/>
              </a:ext>
            </a:extLst>
          </p:cNvPr>
          <p:cNvGrpSpPr/>
          <p:nvPr/>
        </p:nvGrpSpPr>
        <p:grpSpPr>
          <a:xfrm>
            <a:off x="5880968" y="1379147"/>
            <a:ext cx="2150478" cy="3358346"/>
            <a:chOff x="6819120" y="3013560"/>
            <a:chExt cx="653760" cy="1020960"/>
          </a:xfrm>
        </p:grpSpPr>
        <p:sp>
          <p:nvSpPr>
            <p:cNvPr id="332" name="Google Shape;332;p32">
              <a:extLst>
                <a:ext uri="{FF2B5EF4-FFF2-40B4-BE49-F238E27FC236}">
                  <a16:creationId xmlns:a16="http://schemas.microsoft.com/office/drawing/2014/main" id="{9C812B7D-19FE-4B37-75E2-CFEFBA91630C}"/>
                </a:ext>
              </a:extLst>
            </p:cNvPr>
            <p:cNvSpPr/>
            <p:nvPr/>
          </p:nvSpPr>
          <p:spPr>
            <a:xfrm>
              <a:off x="6893280" y="3013560"/>
              <a:ext cx="505440" cy="497160"/>
            </a:xfrm>
            <a:custGeom>
              <a:avLst/>
              <a:gdLst/>
              <a:ahLst/>
              <a:cxnLst/>
              <a:rect l="l" t="t" r="r" b="b"/>
              <a:pathLst>
                <a:path w="1404" h="1381" extrusionOk="0">
                  <a:moveTo>
                    <a:pt x="1404" y="1381"/>
                  </a:moveTo>
                  <a:lnTo>
                    <a:pt x="0" y="1381"/>
                  </a:lnTo>
                  <a:lnTo>
                    <a:pt x="0" y="0"/>
                  </a:lnTo>
                  <a:lnTo>
                    <a:pt x="1404" y="0"/>
                  </a:lnTo>
                  <a:lnTo>
                    <a:pt x="1404" y="13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2">
              <a:extLst>
                <a:ext uri="{FF2B5EF4-FFF2-40B4-BE49-F238E27FC236}">
                  <a16:creationId xmlns:a16="http://schemas.microsoft.com/office/drawing/2014/main" id="{B562E15F-B0BC-C050-25F0-282C2EAC5086}"/>
                </a:ext>
              </a:extLst>
            </p:cNvPr>
            <p:cNvSpPr/>
            <p:nvPr/>
          </p:nvSpPr>
          <p:spPr>
            <a:xfrm>
              <a:off x="6949080" y="3058920"/>
              <a:ext cx="255600" cy="10080"/>
            </a:xfrm>
            <a:custGeom>
              <a:avLst/>
              <a:gdLst/>
              <a:ahLst/>
              <a:cxnLst/>
              <a:rect l="l" t="t" r="r" b="b"/>
              <a:pathLst>
                <a:path w="710" h="28" extrusionOk="0">
                  <a:moveTo>
                    <a:pt x="71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2">
              <a:extLst>
                <a:ext uri="{FF2B5EF4-FFF2-40B4-BE49-F238E27FC236}">
                  <a16:creationId xmlns:a16="http://schemas.microsoft.com/office/drawing/2014/main" id="{45DDB024-0320-77C0-800F-0EF092140D4E}"/>
                </a:ext>
              </a:extLst>
            </p:cNvPr>
            <p:cNvSpPr/>
            <p:nvPr/>
          </p:nvSpPr>
          <p:spPr>
            <a:xfrm>
              <a:off x="7076880" y="3457440"/>
              <a:ext cx="255600" cy="9720"/>
            </a:xfrm>
            <a:custGeom>
              <a:avLst/>
              <a:gdLst/>
              <a:ahLst/>
              <a:cxnLst/>
              <a:rect l="l" t="t" r="r" b="b"/>
              <a:pathLst>
                <a:path w="710" h="27" extrusionOk="0">
                  <a:moveTo>
                    <a:pt x="710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2">
              <a:extLst>
                <a:ext uri="{FF2B5EF4-FFF2-40B4-BE49-F238E27FC236}">
                  <a16:creationId xmlns:a16="http://schemas.microsoft.com/office/drawing/2014/main" id="{CD4AEA5A-C0B4-DE71-2C71-1E822F79D066}"/>
                </a:ext>
              </a:extLst>
            </p:cNvPr>
            <p:cNvSpPr/>
            <p:nvPr/>
          </p:nvSpPr>
          <p:spPr>
            <a:xfrm>
              <a:off x="6949080" y="3088080"/>
              <a:ext cx="167760" cy="9720"/>
            </a:xfrm>
            <a:custGeom>
              <a:avLst/>
              <a:gdLst/>
              <a:ahLst/>
              <a:cxnLst/>
              <a:rect l="l" t="t" r="r" b="b"/>
              <a:pathLst>
                <a:path w="466" h="27" extrusionOk="0">
                  <a:moveTo>
                    <a:pt x="46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66" y="0"/>
                  </a:lnTo>
                  <a:lnTo>
                    <a:pt x="466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2">
              <a:extLst>
                <a:ext uri="{FF2B5EF4-FFF2-40B4-BE49-F238E27FC236}">
                  <a16:creationId xmlns:a16="http://schemas.microsoft.com/office/drawing/2014/main" id="{33DE4384-A067-C7A4-398D-98A5AAF28D9A}"/>
                </a:ext>
              </a:extLst>
            </p:cNvPr>
            <p:cNvSpPr/>
            <p:nvPr/>
          </p:nvSpPr>
          <p:spPr>
            <a:xfrm>
              <a:off x="6949080" y="312012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2">
              <a:extLst>
                <a:ext uri="{FF2B5EF4-FFF2-40B4-BE49-F238E27FC236}">
                  <a16:creationId xmlns:a16="http://schemas.microsoft.com/office/drawing/2014/main" id="{84B174BF-A9C3-6F22-4090-F03D9EA68F91}"/>
                </a:ext>
              </a:extLst>
            </p:cNvPr>
            <p:cNvSpPr/>
            <p:nvPr/>
          </p:nvSpPr>
          <p:spPr>
            <a:xfrm>
              <a:off x="7076880" y="343584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2">
              <a:extLst>
                <a:ext uri="{FF2B5EF4-FFF2-40B4-BE49-F238E27FC236}">
                  <a16:creationId xmlns:a16="http://schemas.microsoft.com/office/drawing/2014/main" id="{22C8FA2F-5A76-F17B-EC76-CF4C853B32E1}"/>
                </a:ext>
              </a:extLst>
            </p:cNvPr>
            <p:cNvSpPr/>
            <p:nvPr/>
          </p:nvSpPr>
          <p:spPr>
            <a:xfrm>
              <a:off x="7130880" y="3013560"/>
              <a:ext cx="46440" cy="202320"/>
            </a:xfrm>
            <a:custGeom>
              <a:avLst/>
              <a:gdLst/>
              <a:ahLst/>
              <a:cxnLst/>
              <a:rect l="l" t="t" r="r" b="b"/>
              <a:pathLst>
                <a:path w="129" h="562" extrusionOk="0">
                  <a:moveTo>
                    <a:pt x="99" y="555"/>
                  </a:moveTo>
                  <a:lnTo>
                    <a:pt x="99" y="555"/>
                  </a:lnTo>
                  <a:cubicBezTo>
                    <a:pt x="96" y="554"/>
                    <a:pt x="93" y="554"/>
                    <a:pt x="90" y="555"/>
                  </a:cubicBezTo>
                  <a:lnTo>
                    <a:pt x="59" y="561"/>
                  </a:lnTo>
                  <a:cubicBezTo>
                    <a:pt x="56" y="562"/>
                    <a:pt x="53" y="562"/>
                    <a:pt x="50" y="561"/>
                  </a:cubicBezTo>
                  <a:lnTo>
                    <a:pt x="25" y="558"/>
                  </a:lnTo>
                  <a:cubicBezTo>
                    <a:pt x="23" y="558"/>
                    <a:pt x="20" y="558"/>
                    <a:pt x="17" y="559"/>
                  </a:cubicBezTo>
                  <a:lnTo>
                    <a:pt x="0" y="562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529"/>
                  </a:lnTo>
                  <a:cubicBezTo>
                    <a:pt x="129" y="545"/>
                    <a:pt x="115" y="557"/>
                    <a:pt x="99" y="5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2">
              <a:extLst>
                <a:ext uri="{FF2B5EF4-FFF2-40B4-BE49-F238E27FC236}">
                  <a16:creationId xmlns:a16="http://schemas.microsoft.com/office/drawing/2014/main" id="{133E9765-9426-BAA9-F8D6-89979E71428C}"/>
                </a:ext>
              </a:extLst>
            </p:cNvPr>
            <p:cNvSpPr/>
            <p:nvPr/>
          </p:nvSpPr>
          <p:spPr>
            <a:xfrm>
              <a:off x="7299720" y="3196080"/>
              <a:ext cx="88920" cy="38880"/>
            </a:xfrm>
            <a:custGeom>
              <a:avLst/>
              <a:gdLst/>
              <a:ahLst/>
              <a:cxnLst/>
              <a:rect l="l" t="t" r="r" b="b"/>
              <a:pathLst>
                <a:path w="247" h="108" extrusionOk="0">
                  <a:moveTo>
                    <a:pt x="26" y="108"/>
                  </a:moveTo>
                  <a:lnTo>
                    <a:pt x="221" y="108"/>
                  </a:lnTo>
                  <a:cubicBezTo>
                    <a:pt x="235" y="108"/>
                    <a:pt x="247" y="96"/>
                    <a:pt x="247" y="82"/>
                  </a:cubicBezTo>
                  <a:lnTo>
                    <a:pt x="247" y="26"/>
                  </a:lnTo>
                  <a:cubicBezTo>
                    <a:pt x="247" y="12"/>
                    <a:pt x="235" y="0"/>
                    <a:pt x="221" y="0"/>
                  </a:cubicBezTo>
                  <a:lnTo>
                    <a:pt x="26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82"/>
                  </a:lnTo>
                  <a:cubicBezTo>
                    <a:pt x="0" y="96"/>
                    <a:pt x="12" y="108"/>
                    <a:pt x="26" y="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2">
              <a:extLst>
                <a:ext uri="{FF2B5EF4-FFF2-40B4-BE49-F238E27FC236}">
                  <a16:creationId xmlns:a16="http://schemas.microsoft.com/office/drawing/2014/main" id="{C7260245-A865-7007-2A00-991BFF368DDF}"/>
                </a:ext>
              </a:extLst>
            </p:cNvPr>
            <p:cNvSpPr/>
            <p:nvPr/>
          </p:nvSpPr>
          <p:spPr>
            <a:xfrm>
              <a:off x="6949080" y="3364560"/>
              <a:ext cx="48960" cy="48960"/>
            </a:xfrm>
            <a:custGeom>
              <a:avLst/>
              <a:gdLst/>
              <a:ahLst/>
              <a:cxnLst/>
              <a:rect l="l" t="t" r="r" b="b"/>
              <a:pathLst>
                <a:path w="136" h="136" extrusionOk="0">
                  <a:moveTo>
                    <a:pt x="96" y="136"/>
                  </a:moveTo>
                  <a:lnTo>
                    <a:pt x="39" y="136"/>
                  </a:lnTo>
                  <a:cubicBezTo>
                    <a:pt x="17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7"/>
                    <a:pt x="136" y="39"/>
                  </a:cubicBezTo>
                  <a:lnTo>
                    <a:pt x="136" y="96"/>
                  </a:lnTo>
                  <a:cubicBezTo>
                    <a:pt x="136" y="118"/>
                    <a:pt x="118" y="136"/>
                    <a:pt x="96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2">
              <a:extLst>
                <a:ext uri="{FF2B5EF4-FFF2-40B4-BE49-F238E27FC236}">
                  <a16:creationId xmlns:a16="http://schemas.microsoft.com/office/drawing/2014/main" id="{EEBC5B87-B290-A13C-3A8A-E253A862588C}"/>
                </a:ext>
              </a:extLst>
            </p:cNvPr>
            <p:cNvSpPr/>
            <p:nvPr/>
          </p:nvSpPr>
          <p:spPr>
            <a:xfrm>
              <a:off x="7005960" y="3364560"/>
              <a:ext cx="49320" cy="48960"/>
            </a:xfrm>
            <a:custGeom>
              <a:avLst/>
              <a:gdLst/>
              <a:ahLst/>
              <a:cxnLst/>
              <a:rect l="l" t="t" r="r" b="b"/>
              <a:pathLst>
                <a:path w="137" h="136" extrusionOk="0">
                  <a:moveTo>
                    <a:pt x="97" y="136"/>
                  </a:moveTo>
                  <a:lnTo>
                    <a:pt x="40" y="136"/>
                  </a:lnTo>
                  <a:cubicBezTo>
                    <a:pt x="18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7"/>
                    <a:pt x="137" y="39"/>
                  </a:cubicBezTo>
                  <a:lnTo>
                    <a:pt x="137" y="96"/>
                  </a:lnTo>
                  <a:cubicBezTo>
                    <a:pt x="137" y="118"/>
                    <a:pt x="119" y="136"/>
                    <a:pt x="97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2">
              <a:extLst>
                <a:ext uri="{FF2B5EF4-FFF2-40B4-BE49-F238E27FC236}">
                  <a16:creationId xmlns:a16="http://schemas.microsoft.com/office/drawing/2014/main" id="{FBB6D475-FD3B-CF0D-DDD0-183081480231}"/>
                </a:ext>
              </a:extLst>
            </p:cNvPr>
            <p:cNvSpPr/>
            <p:nvPr/>
          </p:nvSpPr>
          <p:spPr>
            <a:xfrm>
              <a:off x="6949080" y="3421080"/>
              <a:ext cx="48960" cy="49320"/>
            </a:xfrm>
            <a:custGeom>
              <a:avLst/>
              <a:gdLst/>
              <a:ahLst/>
              <a:cxnLst/>
              <a:rect l="l" t="t" r="r" b="b"/>
              <a:pathLst>
                <a:path w="136" h="137" extrusionOk="0">
                  <a:moveTo>
                    <a:pt x="96" y="137"/>
                  </a:moveTo>
                  <a:lnTo>
                    <a:pt x="39" y="137"/>
                  </a:lnTo>
                  <a:cubicBezTo>
                    <a:pt x="17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8"/>
                    <a:pt x="136" y="40"/>
                  </a:cubicBezTo>
                  <a:lnTo>
                    <a:pt x="136" y="97"/>
                  </a:lnTo>
                  <a:cubicBezTo>
                    <a:pt x="136" y="119"/>
                    <a:pt x="118" y="137"/>
                    <a:pt x="96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2">
              <a:extLst>
                <a:ext uri="{FF2B5EF4-FFF2-40B4-BE49-F238E27FC236}">
                  <a16:creationId xmlns:a16="http://schemas.microsoft.com/office/drawing/2014/main" id="{9A3E39F6-E03C-A7FF-299E-2EBAC0966989}"/>
                </a:ext>
              </a:extLst>
            </p:cNvPr>
            <p:cNvSpPr/>
            <p:nvPr/>
          </p:nvSpPr>
          <p:spPr>
            <a:xfrm>
              <a:off x="7005960" y="3421080"/>
              <a:ext cx="49320" cy="49320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97" y="137"/>
                  </a:moveTo>
                  <a:lnTo>
                    <a:pt x="40" y="137"/>
                  </a:lnTo>
                  <a:cubicBezTo>
                    <a:pt x="18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8"/>
                    <a:pt x="137" y="40"/>
                  </a:cubicBezTo>
                  <a:lnTo>
                    <a:pt x="137" y="97"/>
                  </a:lnTo>
                  <a:cubicBezTo>
                    <a:pt x="137" y="119"/>
                    <a:pt x="119" y="137"/>
                    <a:pt x="97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2">
              <a:extLst>
                <a:ext uri="{FF2B5EF4-FFF2-40B4-BE49-F238E27FC236}">
                  <a16:creationId xmlns:a16="http://schemas.microsoft.com/office/drawing/2014/main" id="{2BF544C8-BCA6-CE90-5634-726B2A2B12EC}"/>
                </a:ext>
              </a:extLst>
            </p:cNvPr>
            <p:cNvSpPr/>
            <p:nvPr/>
          </p:nvSpPr>
          <p:spPr>
            <a:xfrm>
              <a:off x="684756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5" y="308"/>
                  </a:moveTo>
                  <a:lnTo>
                    <a:pt x="65" y="308"/>
                  </a:lnTo>
                  <a:cubicBezTo>
                    <a:pt x="29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29" y="0"/>
                    <a:pt x="65" y="0"/>
                  </a:cubicBezTo>
                  <a:cubicBezTo>
                    <a:pt x="101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1" y="308"/>
                    <a:pt x="65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2">
              <a:extLst>
                <a:ext uri="{FF2B5EF4-FFF2-40B4-BE49-F238E27FC236}">
                  <a16:creationId xmlns:a16="http://schemas.microsoft.com/office/drawing/2014/main" id="{6B92BBC0-BA1A-F0E4-CA12-64ED4F977C3E}"/>
                </a:ext>
              </a:extLst>
            </p:cNvPr>
            <p:cNvSpPr/>
            <p:nvPr/>
          </p:nvSpPr>
          <p:spPr>
            <a:xfrm>
              <a:off x="739728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6" y="308"/>
                  </a:moveTo>
                  <a:lnTo>
                    <a:pt x="66" y="308"/>
                  </a:lnTo>
                  <a:cubicBezTo>
                    <a:pt x="30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30" y="0"/>
                    <a:pt x="66" y="0"/>
                  </a:cubicBezTo>
                  <a:cubicBezTo>
                    <a:pt x="102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2" y="308"/>
                    <a:pt x="66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2">
              <a:extLst>
                <a:ext uri="{FF2B5EF4-FFF2-40B4-BE49-F238E27FC236}">
                  <a16:creationId xmlns:a16="http://schemas.microsoft.com/office/drawing/2014/main" id="{93D8A97D-65CB-B991-F134-BBA33A95CF41}"/>
                </a:ext>
              </a:extLst>
            </p:cNvPr>
            <p:cNvSpPr/>
            <p:nvPr/>
          </p:nvSpPr>
          <p:spPr>
            <a:xfrm>
              <a:off x="6819120" y="3690000"/>
              <a:ext cx="653760" cy="279360"/>
            </a:xfrm>
            <a:custGeom>
              <a:avLst/>
              <a:gdLst/>
              <a:ahLst/>
              <a:cxnLst/>
              <a:rect l="l" t="t" r="r" b="b"/>
              <a:pathLst>
                <a:path w="1816" h="776" extrusionOk="0">
                  <a:moveTo>
                    <a:pt x="1751" y="776"/>
                  </a:moveTo>
                  <a:lnTo>
                    <a:pt x="65" y="776"/>
                  </a:lnTo>
                  <a:cubicBezTo>
                    <a:pt x="29" y="776"/>
                    <a:pt x="0" y="747"/>
                    <a:pt x="0" y="711"/>
                  </a:cubicBezTo>
                  <a:lnTo>
                    <a:pt x="0" y="0"/>
                  </a:lnTo>
                  <a:lnTo>
                    <a:pt x="1816" y="0"/>
                  </a:lnTo>
                  <a:lnTo>
                    <a:pt x="1816" y="711"/>
                  </a:lnTo>
                  <a:cubicBezTo>
                    <a:pt x="1816" y="747"/>
                    <a:pt x="1787" y="776"/>
                    <a:pt x="1751" y="7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2">
              <a:extLst>
                <a:ext uri="{FF2B5EF4-FFF2-40B4-BE49-F238E27FC236}">
                  <a16:creationId xmlns:a16="http://schemas.microsoft.com/office/drawing/2014/main" id="{6D622E5B-3A81-5039-E8DA-6CCFDB9C8232}"/>
                </a:ext>
              </a:extLst>
            </p:cNvPr>
            <p:cNvSpPr/>
            <p:nvPr/>
          </p:nvSpPr>
          <p:spPr>
            <a:xfrm>
              <a:off x="6819120" y="3627720"/>
              <a:ext cx="653760" cy="62280"/>
            </a:xfrm>
            <a:custGeom>
              <a:avLst/>
              <a:gdLst/>
              <a:ahLst/>
              <a:cxnLst/>
              <a:rect l="l" t="t" r="r" b="b"/>
              <a:pathLst>
                <a:path w="1816" h="173" extrusionOk="0">
                  <a:moveTo>
                    <a:pt x="1816" y="173"/>
                  </a:moveTo>
                  <a:lnTo>
                    <a:pt x="0" y="173"/>
                  </a:lnTo>
                  <a:lnTo>
                    <a:pt x="0" y="56"/>
                  </a:lnTo>
                  <a:cubicBezTo>
                    <a:pt x="0" y="25"/>
                    <a:pt x="26" y="0"/>
                    <a:pt x="57" y="0"/>
                  </a:cubicBezTo>
                  <a:lnTo>
                    <a:pt x="1759" y="0"/>
                  </a:lnTo>
                  <a:cubicBezTo>
                    <a:pt x="1790" y="0"/>
                    <a:pt x="1816" y="25"/>
                    <a:pt x="1816" y="56"/>
                  </a:cubicBezTo>
                  <a:lnTo>
                    <a:pt x="1816" y="1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275" rIns="90000" bIns="17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2">
              <a:extLst>
                <a:ext uri="{FF2B5EF4-FFF2-40B4-BE49-F238E27FC236}">
                  <a16:creationId xmlns:a16="http://schemas.microsoft.com/office/drawing/2014/main" id="{EAEA56ED-9764-A18E-BF4B-81A463E7F03C}"/>
                </a:ext>
              </a:extLst>
            </p:cNvPr>
            <p:cNvSpPr/>
            <p:nvPr/>
          </p:nvSpPr>
          <p:spPr>
            <a:xfrm>
              <a:off x="6836400" y="3565080"/>
              <a:ext cx="617400" cy="62640"/>
            </a:xfrm>
            <a:custGeom>
              <a:avLst/>
              <a:gdLst/>
              <a:ahLst/>
              <a:cxnLst/>
              <a:rect l="l" t="t" r="r" b="b"/>
              <a:pathLst>
                <a:path w="1715" h="174" extrusionOk="0">
                  <a:moveTo>
                    <a:pt x="1715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1715" y="0"/>
                  </a:lnTo>
                  <a:lnTo>
                    <a:pt x="1715" y="1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2">
              <a:extLst>
                <a:ext uri="{FF2B5EF4-FFF2-40B4-BE49-F238E27FC236}">
                  <a16:creationId xmlns:a16="http://schemas.microsoft.com/office/drawing/2014/main" id="{254A5685-F5E7-D48E-FB3A-898ED358FBAC}"/>
                </a:ext>
              </a:extLst>
            </p:cNvPr>
            <p:cNvSpPr/>
            <p:nvPr/>
          </p:nvSpPr>
          <p:spPr>
            <a:xfrm>
              <a:off x="6819120" y="3502440"/>
              <a:ext cx="653760" cy="62640"/>
            </a:xfrm>
            <a:custGeom>
              <a:avLst/>
              <a:gdLst/>
              <a:ahLst/>
              <a:cxnLst/>
              <a:rect l="l" t="t" r="r" b="b"/>
              <a:pathLst>
                <a:path w="1816" h="174" extrusionOk="0">
                  <a:moveTo>
                    <a:pt x="1761" y="174"/>
                  </a:moveTo>
                  <a:lnTo>
                    <a:pt x="54" y="174"/>
                  </a:lnTo>
                  <a:cubicBezTo>
                    <a:pt x="25" y="174"/>
                    <a:pt x="0" y="150"/>
                    <a:pt x="0" y="120"/>
                  </a:cubicBezTo>
                  <a:lnTo>
                    <a:pt x="0" y="54"/>
                  </a:lnTo>
                  <a:cubicBezTo>
                    <a:pt x="0" y="24"/>
                    <a:pt x="25" y="0"/>
                    <a:pt x="54" y="0"/>
                  </a:cubicBezTo>
                  <a:lnTo>
                    <a:pt x="1761" y="0"/>
                  </a:lnTo>
                  <a:cubicBezTo>
                    <a:pt x="1791" y="0"/>
                    <a:pt x="1816" y="24"/>
                    <a:pt x="1816" y="54"/>
                  </a:cubicBezTo>
                  <a:lnTo>
                    <a:pt x="1816" y="120"/>
                  </a:lnTo>
                  <a:cubicBezTo>
                    <a:pt x="1816" y="150"/>
                    <a:pt x="1791" y="174"/>
                    <a:pt x="176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2">
              <a:extLst>
                <a:ext uri="{FF2B5EF4-FFF2-40B4-BE49-F238E27FC236}">
                  <a16:creationId xmlns:a16="http://schemas.microsoft.com/office/drawing/2014/main" id="{D66B0C78-AF55-03E9-614A-569A6D2534B2}"/>
                </a:ext>
              </a:extLst>
            </p:cNvPr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575" y="262"/>
                  </a:moveTo>
                  <a:lnTo>
                    <a:pt x="0" y="262"/>
                  </a:lnTo>
                  <a:lnTo>
                    <a:pt x="0" y="0"/>
                  </a:lnTo>
                  <a:lnTo>
                    <a:pt x="575" y="0"/>
                  </a:lnTo>
                  <a:lnTo>
                    <a:pt x="575" y="2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>
              <a:extLst>
                <a:ext uri="{FF2B5EF4-FFF2-40B4-BE49-F238E27FC236}">
                  <a16:creationId xmlns:a16="http://schemas.microsoft.com/office/drawing/2014/main" id="{597C26EE-9705-A5E2-FE40-B7F03EA7EA15}"/>
                </a:ext>
              </a:extLst>
            </p:cNvPr>
            <p:cNvSpPr/>
            <p:nvPr/>
          </p:nvSpPr>
          <p:spPr>
            <a:xfrm>
              <a:off x="7071840" y="3768120"/>
              <a:ext cx="150120" cy="61200"/>
            </a:xfrm>
            <a:custGeom>
              <a:avLst/>
              <a:gdLst/>
              <a:ahLst/>
              <a:cxnLst/>
              <a:rect l="l" t="t" r="r" b="b"/>
              <a:pathLst>
                <a:path w="417" h="170" extrusionOk="0">
                  <a:moveTo>
                    <a:pt x="417" y="170"/>
                  </a:moveTo>
                  <a:lnTo>
                    <a:pt x="0" y="170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200" rIns="90000" bIns="16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2">
              <a:extLst>
                <a:ext uri="{FF2B5EF4-FFF2-40B4-BE49-F238E27FC236}">
                  <a16:creationId xmlns:a16="http://schemas.microsoft.com/office/drawing/2014/main" id="{0730B95D-7033-F73F-9B32-611724FE153D}"/>
                </a:ext>
              </a:extLst>
            </p:cNvPr>
            <p:cNvSpPr/>
            <p:nvPr/>
          </p:nvSpPr>
          <p:spPr>
            <a:xfrm>
              <a:off x="7071840" y="3565080"/>
              <a:ext cx="150120" cy="62640"/>
            </a:xfrm>
            <a:custGeom>
              <a:avLst/>
              <a:gdLst/>
              <a:ahLst/>
              <a:cxnLst/>
              <a:rect l="l" t="t" r="r" b="b"/>
              <a:pathLst>
                <a:path w="417" h="174" extrusionOk="0">
                  <a:moveTo>
                    <a:pt x="417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2">
              <a:extLst>
                <a:ext uri="{FF2B5EF4-FFF2-40B4-BE49-F238E27FC236}">
                  <a16:creationId xmlns:a16="http://schemas.microsoft.com/office/drawing/2014/main" id="{56ECC508-C76B-8140-C00E-817FDB38A799}"/>
                </a:ext>
              </a:extLst>
            </p:cNvPr>
            <p:cNvSpPr/>
            <p:nvPr/>
          </p:nvSpPr>
          <p:spPr>
            <a:xfrm>
              <a:off x="7124400" y="3573720"/>
              <a:ext cx="45000" cy="45000"/>
            </a:xfrm>
            <a:custGeom>
              <a:avLst/>
              <a:gdLst/>
              <a:ahLst/>
              <a:cxnLst/>
              <a:rect l="l" t="t" r="r" b="b"/>
              <a:pathLst>
                <a:path w="125" h="125" extrusionOk="0">
                  <a:moveTo>
                    <a:pt x="125" y="63"/>
                  </a:moveTo>
                  <a:cubicBezTo>
                    <a:pt x="125" y="97"/>
                    <a:pt x="97" y="125"/>
                    <a:pt x="63" y="125"/>
                  </a:cubicBezTo>
                  <a:cubicBezTo>
                    <a:pt x="28" y="125"/>
                    <a:pt x="0" y="97"/>
                    <a:pt x="0" y="63"/>
                  </a:cubicBez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2">
              <a:extLst>
                <a:ext uri="{FF2B5EF4-FFF2-40B4-BE49-F238E27FC236}">
                  <a16:creationId xmlns:a16="http://schemas.microsoft.com/office/drawing/2014/main" id="{BDBA1AF6-04B4-0B05-F7DF-E4F8E7F04781}"/>
                </a:ext>
              </a:extLst>
            </p:cNvPr>
            <p:cNvSpPr/>
            <p:nvPr/>
          </p:nvSpPr>
          <p:spPr>
            <a:xfrm>
              <a:off x="6836400" y="3565080"/>
              <a:ext cx="617400" cy="31320"/>
            </a:xfrm>
            <a:custGeom>
              <a:avLst/>
              <a:gdLst/>
              <a:ahLst/>
              <a:cxnLst/>
              <a:rect l="l" t="t" r="r" b="b"/>
              <a:pathLst>
                <a:path w="1715" h="87" extrusionOk="0">
                  <a:moveTo>
                    <a:pt x="1713" y="0"/>
                  </a:moveTo>
                  <a:lnTo>
                    <a:pt x="1715" y="24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2">
              <a:extLst>
                <a:ext uri="{FF2B5EF4-FFF2-40B4-BE49-F238E27FC236}">
                  <a16:creationId xmlns:a16="http://schemas.microsoft.com/office/drawing/2014/main" id="{0D023C93-9DA3-26A3-42BD-6EEAC88AFC9D}"/>
                </a:ext>
              </a:extLst>
            </p:cNvPr>
            <p:cNvSpPr/>
            <p:nvPr/>
          </p:nvSpPr>
          <p:spPr>
            <a:xfrm>
              <a:off x="7116480" y="3777840"/>
              <a:ext cx="88560" cy="39960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46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246" y="0"/>
                  </a:lnTo>
                  <a:lnTo>
                    <a:pt x="246" y="1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2">
              <a:extLst>
                <a:ext uri="{FF2B5EF4-FFF2-40B4-BE49-F238E27FC236}">
                  <a16:creationId xmlns:a16="http://schemas.microsoft.com/office/drawing/2014/main" id="{2CE50747-75E9-0B37-A34E-5A7A8F5ABFF2}"/>
                </a:ext>
              </a:extLst>
            </p:cNvPr>
            <p:cNvSpPr/>
            <p:nvPr/>
          </p:nvSpPr>
          <p:spPr>
            <a:xfrm>
              <a:off x="6819120" y="3690000"/>
              <a:ext cx="653760" cy="31320"/>
            </a:xfrm>
            <a:custGeom>
              <a:avLst/>
              <a:gdLst/>
              <a:ahLst/>
              <a:cxnLst/>
              <a:rect l="l" t="t" r="r" b="b"/>
              <a:pathLst>
                <a:path w="1816" h="87" extrusionOk="0">
                  <a:moveTo>
                    <a:pt x="1815" y="0"/>
                  </a:moveTo>
                  <a:lnTo>
                    <a:pt x="1816" y="32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2">
              <a:extLst>
                <a:ext uri="{FF2B5EF4-FFF2-40B4-BE49-F238E27FC236}">
                  <a16:creationId xmlns:a16="http://schemas.microsoft.com/office/drawing/2014/main" id="{BEECDAAD-87D6-5CA8-6508-360DAF9D70FA}"/>
                </a:ext>
              </a:extLst>
            </p:cNvPr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0" y="0"/>
                  </a:moveTo>
                  <a:lnTo>
                    <a:pt x="575" y="262"/>
                  </a:lnTo>
                  <a:lnTo>
                    <a:pt x="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>
              <a:extLst>
                <a:ext uri="{FF2B5EF4-FFF2-40B4-BE49-F238E27FC236}">
                  <a16:creationId xmlns:a16="http://schemas.microsoft.com/office/drawing/2014/main" id="{333636B6-E61C-E03E-E90B-79414590A7A6}"/>
                </a:ext>
              </a:extLst>
            </p:cNvPr>
            <p:cNvSpPr/>
            <p:nvPr/>
          </p:nvSpPr>
          <p:spPr>
            <a:xfrm>
              <a:off x="7137360" y="358668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2">
              <a:extLst>
                <a:ext uri="{FF2B5EF4-FFF2-40B4-BE49-F238E27FC236}">
                  <a16:creationId xmlns:a16="http://schemas.microsoft.com/office/drawing/2014/main" id="{0E7F0956-3D02-2690-3BBE-E44EED8CA85F}"/>
                </a:ext>
              </a:extLst>
            </p:cNvPr>
            <p:cNvSpPr/>
            <p:nvPr/>
          </p:nvSpPr>
          <p:spPr>
            <a:xfrm>
              <a:off x="7086960" y="379872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394042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901737" y="711796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</a:t>
            </a:r>
            <a:r>
              <a:rPr lang="en-GB" sz="3200" dirty="0"/>
              <a:t>o</a:t>
            </a:r>
            <a:r>
              <a:rPr lang="en" sz="3200" dirty="0"/>
              <a:t>mpact Design and Easy Integration</a:t>
            </a:r>
            <a:endParaRPr sz="3200" dirty="0"/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1"/>
          </p:nvPr>
        </p:nvSpPr>
        <p:spPr>
          <a:xfrm>
            <a:off x="958742" y="2460247"/>
            <a:ext cx="4494900" cy="1671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" dirty="0"/>
              <a:t>S</a:t>
            </a:r>
            <a:r>
              <a:rPr lang="en-GB" dirty="0"/>
              <a:t>p</a:t>
            </a:r>
            <a:r>
              <a:rPr lang="en" dirty="0"/>
              <a:t>ace Optmization: C</a:t>
            </a:r>
            <a:r>
              <a:rPr lang="en-GB" dirty="0"/>
              <a:t>a</a:t>
            </a:r>
            <a:r>
              <a:rPr lang="en" dirty="0"/>
              <a:t>n be used in tight spaces. Don’t takeup much space so manufactures can use floor space more effectively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" dirty="0"/>
              <a:t>Flexible Workflow: C</a:t>
            </a:r>
            <a:r>
              <a:rPr lang="en-GB" dirty="0"/>
              <a:t>a</a:t>
            </a:r>
            <a:r>
              <a:rPr lang="en" dirty="0"/>
              <a:t>n easily be repurposed for differ</a:t>
            </a:r>
            <a:r>
              <a:rPr lang="en-GB" dirty="0"/>
              <a:t>e</a:t>
            </a:r>
            <a:r>
              <a:rPr lang="en" dirty="0"/>
              <a:t>nt tasks, giving manufactures flexibilty to adjust workflows as needed</a:t>
            </a:r>
            <a:endParaRPr dirty="0"/>
          </a:p>
        </p:txBody>
      </p:sp>
      <p:grpSp>
        <p:nvGrpSpPr>
          <p:cNvPr id="331" name="Google Shape;331;p32"/>
          <p:cNvGrpSpPr/>
          <p:nvPr/>
        </p:nvGrpSpPr>
        <p:grpSpPr>
          <a:xfrm>
            <a:off x="5880968" y="1379147"/>
            <a:ext cx="2150478" cy="3358346"/>
            <a:chOff x="6819120" y="3013560"/>
            <a:chExt cx="653760" cy="1020960"/>
          </a:xfrm>
        </p:grpSpPr>
        <p:sp>
          <p:nvSpPr>
            <p:cNvPr id="332" name="Google Shape;332;p32"/>
            <p:cNvSpPr/>
            <p:nvPr/>
          </p:nvSpPr>
          <p:spPr>
            <a:xfrm>
              <a:off x="6893280" y="3013560"/>
              <a:ext cx="505440" cy="497160"/>
            </a:xfrm>
            <a:custGeom>
              <a:avLst/>
              <a:gdLst/>
              <a:ahLst/>
              <a:cxnLst/>
              <a:rect l="l" t="t" r="r" b="b"/>
              <a:pathLst>
                <a:path w="1404" h="1381" extrusionOk="0">
                  <a:moveTo>
                    <a:pt x="1404" y="1381"/>
                  </a:moveTo>
                  <a:lnTo>
                    <a:pt x="0" y="1381"/>
                  </a:lnTo>
                  <a:lnTo>
                    <a:pt x="0" y="0"/>
                  </a:lnTo>
                  <a:lnTo>
                    <a:pt x="1404" y="0"/>
                  </a:lnTo>
                  <a:lnTo>
                    <a:pt x="1404" y="13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6949080" y="3058920"/>
              <a:ext cx="255600" cy="10080"/>
            </a:xfrm>
            <a:custGeom>
              <a:avLst/>
              <a:gdLst/>
              <a:ahLst/>
              <a:cxnLst/>
              <a:rect l="l" t="t" r="r" b="b"/>
              <a:pathLst>
                <a:path w="710" h="28" extrusionOk="0">
                  <a:moveTo>
                    <a:pt x="71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7076880" y="3457440"/>
              <a:ext cx="255600" cy="9720"/>
            </a:xfrm>
            <a:custGeom>
              <a:avLst/>
              <a:gdLst/>
              <a:ahLst/>
              <a:cxnLst/>
              <a:rect l="l" t="t" r="r" b="b"/>
              <a:pathLst>
                <a:path w="710" h="27" extrusionOk="0">
                  <a:moveTo>
                    <a:pt x="710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6949080" y="3088080"/>
              <a:ext cx="167760" cy="9720"/>
            </a:xfrm>
            <a:custGeom>
              <a:avLst/>
              <a:gdLst/>
              <a:ahLst/>
              <a:cxnLst/>
              <a:rect l="l" t="t" r="r" b="b"/>
              <a:pathLst>
                <a:path w="466" h="27" extrusionOk="0">
                  <a:moveTo>
                    <a:pt x="46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66" y="0"/>
                  </a:lnTo>
                  <a:lnTo>
                    <a:pt x="466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6949080" y="312012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7076880" y="343584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7130880" y="3013560"/>
              <a:ext cx="46440" cy="202320"/>
            </a:xfrm>
            <a:custGeom>
              <a:avLst/>
              <a:gdLst/>
              <a:ahLst/>
              <a:cxnLst/>
              <a:rect l="l" t="t" r="r" b="b"/>
              <a:pathLst>
                <a:path w="129" h="562" extrusionOk="0">
                  <a:moveTo>
                    <a:pt x="99" y="555"/>
                  </a:moveTo>
                  <a:lnTo>
                    <a:pt x="99" y="555"/>
                  </a:lnTo>
                  <a:cubicBezTo>
                    <a:pt x="96" y="554"/>
                    <a:pt x="93" y="554"/>
                    <a:pt x="90" y="555"/>
                  </a:cubicBezTo>
                  <a:lnTo>
                    <a:pt x="59" y="561"/>
                  </a:lnTo>
                  <a:cubicBezTo>
                    <a:pt x="56" y="562"/>
                    <a:pt x="53" y="562"/>
                    <a:pt x="50" y="561"/>
                  </a:cubicBezTo>
                  <a:lnTo>
                    <a:pt x="25" y="558"/>
                  </a:lnTo>
                  <a:cubicBezTo>
                    <a:pt x="23" y="558"/>
                    <a:pt x="20" y="558"/>
                    <a:pt x="17" y="559"/>
                  </a:cubicBezTo>
                  <a:lnTo>
                    <a:pt x="0" y="562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529"/>
                  </a:lnTo>
                  <a:cubicBezTo>
                    <a:pt x="129" y="545"/>
                    <a:pt x="115" y="557"/>
                    <a:pt x="99" y="5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7299720" y="3196080"/>
              <a:ext cx="88920" cy="38880"/>
            </a:xfrm>
            <a:custGeom>
              <a:avLst/>
              <a:gdLst/>
              <a:ahLst/>
              <a:cxnLst/>
              <a:rect l="l" t="t" r="r" b="b"/>
              <a:pathLst>
                <a:path w="247" h="108" extrusionOk="0">
                  <a:moveTo>
                    <a:pt x="26" y="108"/>
                  </a:moveTo>
                  <a:lnTo>
                    <a:pt x="221" y="108"/>
                  </a:lnTo>
                  <a:cubicBezTo>
                    <a:pt x="235" y="108"/>
                    <a:pt x="247" y="96"/>
                    <a:pt x="247" y="82"/>
                  </a:cubicBezTo>
                  <a:lnTo>
                    <a:pt x="247" y="26"/>
                  </a:lnTo>
                  <a:cubicBezTo>
                    <a:pt x="247" y="12"/>
                    <a:pt x="235" y="0"/>
                    <a:pt x="221" y="0"/>
                  </a:cubicBezTo>
                  <a:lnTo>
                    <a:pt x="26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82"/>
                  </a:lnTo>
                  <a:cubicBezTo>
                    <a:pt x="0" y="96"/>
                    <a:pt x="12" y="108"/>
                    <a:pt x="26" y="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2"/>
            <p:cNvSpPr/>
            <p:nvPr/>
          </p:nvSpPr>
          <p:spPr>
            <a:xfrm>
              <a:off x="6949080" y="3364560"/>
              <a:ext cx="48960" cy="48960"/>
            </a:xfrm>
            <a:custGeom>
              <a:avLst/>
              <a:gdLst/>
              <a:ahLst/>
              <a:cxnLst/>
              <a:rect l="l" t="t" r="r" b="b"/>
              <a:pathLst>
                <a:path w="136" h="136" extrusionOk="0">
                  <a:moveTo>
                    <a:pt x="96" y="136"/>
                  </a:moveTo>
                  <a:lnTo>
                    <a:pt x="39" y="136"/>
                  </a:lnTo>
                  <a:cubicBezTo>
                    <a:pt x="17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7"/>
                    <a:pt x="136" y="39"/>
                  </a:cubicBezTo>
                  <a:lnTo>
                    <a:pt x="136" y="96"/>
                  </a:lnTo>
                  <a:cubicBezTo>
                    <a:pt x="136" y="118"/>
                    <a:pt x="118" y="136"/>
                    <a:pt x="96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2"/>
            <p:cNvSpPr/>
            <p:nvPr/>
          </p:nvSpPr>
          <p:spPr>
            <a:xfrm>
              <a:off x="7005960" y="3364560"/>
              <a:ext cx="49320" cy="48960"/>
            </a:xfrm>
            <a:custGeom>
              <a:avLst/>
              <a:gdLst/>
              <a:ahLst/>
              <a:cxnLst/>
              <a:rect l="l" t="t" r="r" b="b"/>
              <a:pathLst>
                <a:path w="137" h="136" extrusionOk="0">
                  <a:moveTo>
                    <a:pt x="97" y="136"/>
                  </a:moveTo>
                  <a:lnTo>
                    <a:pt x="40" y="136"/>
                  </a:lnTo>
                  <a:cubicBezTo>
                    <a:pt x="18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7"/>
                    <a:pt x="137" y="39"/>
                  </a:cubicBezTo>
                  <a:lnTo>
                    <a:pt x="137" y="96"/>
                  </a:lnTo>
                  <a:cubicBezTo>
                    <a:pt x="137" y="118"/>
                    <a:pt x="119" y="136"/>
                    <a:pt x="97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6949080" y="3421080"/>
              <a:ext cx="48960" cy="49320"/>
            </a:xfrm>
            <a:custGeom>
              <a:avLst/>
              <a:gdLst/>
              <a:ahLst/>
              <a:cxnLst/>
              <a:rect l="l" t="t" r="r" b="b"/>
              <a:pathLst>
                <a:path w="136" h="137" extrusionOk="0">
                  <a:moveTo>
                    <a:pt x="96" y="137"/>
                  </a:moveTo>
                  <a:lnTo>
                    <a:pt x="39" y="137"/>
                  </a:lnTo>
                  <a:cubicBezTo>
                    <a:pt x="17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8"/>
                    <a:pt x="136" y="40"/>
                  </a:cubicBezTo>
                  <a:lnTo>
                    <a:pt x="136" y="97"/>
                  </a:lnTo>
                  <a:cubicBezTo>
                    <a:pt x="136" y="119"/>
                    <a:pt x="118" y="137"/>
                    <a:pt x="96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7005960" y="3421080"/>
              <a:ext cx="49320" cy="49320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97" y="137"/>
                  </a:moveTo>
                  <a:lnTo>
                    <a:pt x="40" y="137"/>
                  </a:lnTo>
                  <a:cubicBezTo>
                    <a:pt x="18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8"/>
                    <a:pt x="137" y="40"/>
                  </a:cubicBezTo>
                  <a:lnTo>
                    <a:pt x="137" y="97"/>
                  </a:lnTo>
                  <a:cubicBezTo>
                    <a:pt x="137" y="119"/>
                    <a:pt x="119" y="137"/>
                    <a:pt x="97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684756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5" y="308"/>
                  </a:moveTo>
                  <a:lnTo>
                    <a:pt x="65" y="308"/>
                  </a:lnTo>
                  <a:cubicBezTo>
                    <a:pt x="29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29" y="0"/>
                    <a:pt x="65" y="0"/>
                  </a:cubicBezTo>
                  <a:cubicBezTo>
                    <a:pt x="101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1" y="308"/>
                    <a:pt x="65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739728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6" y="308"/>
                  </a:moveTo>
                  <a:lnTo>
                    <a:pt x="66" y="308"/>
                  </a:lnTo>
                  <a:cubicBezTo>
                    <a:pt x="30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30" y="0"/>
                    <a:pt x="66" y="0"/>
                  </a:cubicBezTo>
                  <a:cubicBezTo>
                    <a:pt x="102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2" y="308"/>
                    <a:pt x="66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6819120" y="3690000"/>
              <a:ext cx="653760" cy="279360"/>
            </a:xfrm>
            <a:custGeom>
              <a:avLst/>
              <a:gdLst/>
              <a:ahLst/>
              <a:cxnLst/>
              <a:rect l="l" t="t" r="r" b="b"/>
              <a:pathLst>
                <a:path w="1816" h="776" extrusionOk="0">
                  <a:moveTo>
                    <a:pt x="1751" y="776"/>
                  </a:moveTo>
                  <a:lnTo>
                    <a:pt x="65" y="776"/>
                  </a:lnTo>
                  <a:cubicBezTo>
                    <a:pt x="29" y="776"/>
                    <a:pt x="0" y="747"/>
                    <a:pt x="0" y="711"/>
                  </a:cubicBezTo>
                  <a:lnTo>
                    <a:pt x="0" y="0"/>
                  </a:lnTo>
                  <a:lnTo>
                    <a:pt x="1816" y="0"/>
                  </a:lnTo>
                  <a:lnTo>
                    <a:pt x="1816" y="711"/>
                  </a:lnTo>
                  <a:cubicBezTo>
                    <a:pt x="1816" y="747"/>
                    <a:pt x="1787" y="776"/>
                    <a:pt x="1751" y="7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6819120" y="3627720"/>
              <a:ext cx="653760" cy="62280"/>
            </a:xfrm>
            <a:custGeom>
              <a:avLst/>
              <a:gdLst/>
              <a:ahLst/>
              <a:cxnLst/>
              <a:rect l="l" t="t" r="r" b="b"/>
              <a:pathLst>
                <a:path w="1816" h="173" extrusionOk="0">
                  <a:moveTo>
                    <a:pt x="1816" y="173"/>
                  </a:moveTo>
                  <a:lnTo>
                    <a:pt x="0" y="173"/>
                  </a:lnTo>
                  <a:lnTo>
                    <a:pt x="0" y="56"/>
                  </a:lnTo>
                  <a:cubicBezTo>
                    <a:pt x="0" y="25"/>
                    <a:pt x="26" y="0"/>
                    <a:pt x="57" y="0"/>
                  </a:cubicBezTo>
                  <a:lnTo>
                    <a:pt x="1759" y="0"/>
                  </a:lnTo>
                  <a:cubicBezTo>
                    <a:pt x="1790" y="0"/>
                    <a:pt x="1816" y="25"/>
                    <a:pt x="1816" y="56"/>
                  </a:cubicBezTo>
                  <a:lnTo>
                    <a:pt x="1816" y="1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275" rIns="90000" bIns="17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6836400" y="3565080"/>
              <a:ext cx="617400" cy="62640"/>
            </a:xfrm>
            <a:custGeom>
              <a:avLst/>
              <a:gdLst/>
              <a:ahLst/>
              <a:cxnLst/>
              <a:rect l="l" t="t" r="r" b="b"/>
              <a:pathLst>
                <a:path w="1715" h="174" extrusionOk="0">
                  <a:moveTo>
                    <a:pt x="1715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1715" y="0"/>
                  </a:lnTo>
                  <a:lnTo>
                    <a:pt x="1715" y="1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6819120" y="3502440"/>
              <a:ext cx="653760" cy="62640"/>
            </a:xfrm>
            <a:custGeom>
              <a:avLst/>
              <a:gdLst/>
              <a:ahLst/>
              <a:cxnLst/>
              <a:rect l="l" t="t" r="r" b="b"/>
              <a:pathLst>
                <a:path w="1816" h="174" extrusionOk="0">
                  <a:moveTo>
                    <a:pt x="1761" y="174"/>
                  </a:moveTo>
                  <a:lnTo>
                    <a:pt x="54" y="174"/>
                  </a:lnTo>
                  <a:cubicBezTo>
                    <a:pt x="25" y="174"/>
                    <a:pt x="0" y="150"/>
                    <a:pt x="0" y="120"/>
                  </a:cubicBezTo>
                  <a:lnTo>
                    <a:pt x="0" y="54"/>
                  </a:lnTo>
                  <a:cubicBezTo>
                    <a:pt x="0" y="24"/>
                    <a:pt x="25" y="0"/>
                    <a:pt x="54" y="0"/>
                  </a:cubicBezTo>
                  <a:lnTo>
                    <a:pt x="1761" y="0"/>
                  </a:lnTo>
                  <a:cubicBezTo>
                    <a:pt x="1791" y="0"/>
                    <a:pt x="1816" y="24"/>
                    <a:pt x="1816" y="54"/>
                  </a:cubicBezTo>
                  <a:lnTo>
                    <a:pt x="1816" y="120"/>
                  </a:lnTo>
                  <a:cubicBezTo>
                    <a:pt x="1816" y="150"/>
                    <a:pt x="1791" y="174"/>
                    <a:pt x="176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575" y="262"/>
                  </a:moveTo>
                  <a:lnTo>
                    <a:pt x="0" y="262"/>
                  </a:lnTo>
                  <a:lnTo>
                    <a:pt x="0" y="0"/>
                  </a:lnTo>
                  <a:lnTo>
                    <a:pt x="575" y="0"/>
                  </a:lnTo>
                  <a:lnTo>
                    <a:pt x="575" y="2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7071840" y="3768120"/>
              <a:ext cx="150120" cy="61200"/>
            </a:xfrm>
            <a:custGeom>
              <a:avLst/>
              <a:gdLst/>
              <a:ahLst/>
              <a:cxnLst/>
              <a:rect l="l" t="t" r="r" b="b"/>
              <a:pathLst>
                <a:path w="417" h="170" extrusionOk="0">
                  <a:moveTo>
                    <a:pt x="417" y="170"/>
                  </a:moveTo>
                  <a:lnTo>
                    <a:pt x="0" y="170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200" rIns="90000" bIns="16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7071840" y="3565080"/>
              <a:ext cx="150120" cy="62640"/>
            </a:xfrm>
            <a:custGeom>
              <a:avLst/>
              <a:gdLst/>
              <a:ahLst/>
              <a:cxnLst/>
              <a:rect l="l" t="t" r="r" b="b"/>
              <a:pathLst>
                <a:path w="417" h="174" extrusionOk="0">
                  <a:moveTo>
                    <a:pt x="417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7124400" y="3573720"/>
              <a:ext cx="45000" cy="45000"/>
            </a:xfrm>
            <a:custGeom>
              <a:avLst/>
              <a:gdLst/>
              <a:ahLst/>
              <a:cxnLst/>
              <a:rect l="l" t="t" r="r" b="b"/>
              <a:pathLst>
                <a:path w="125" h="125" extrusionOk="0">
                  <a:moveTo>
                    <a:pt x="125" y="63"/>
                  </a:moveTo>
                  <a:cubicBezTo>
                    <a:pt x="125" y="97"/>
                    <a:pt x="97" y="125"/>
                    <a:pt x="63" y="125"/>
                  </a:cubicBezTo>
                  <a:cubicBezTo>
                    <a:pt x="28" y="125"/>
                    <a:pt x="0" y="97"/>
                    <a:pt x="0" y="63"/>
                  </a:cubicBez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6836400" y="3565080"/>
              <a:ext cx="617400" cy="31320"/>
            </a:xfrm>
            <a:custGeom>
              <a:avLst/>
              <a:gdLst/>
              <a:ahLst/>
              <a:cxnLst/>
              <a:rect l="l" t="t" r="r" b="b"/>
              <a:pathLst>
                <a:path w="1715" h="87" extrusionOk="0">
                  <a:moveTo>
                    <a:pt x="1713" y="0"/>
                  </a:moveTo>
                  <a:lnTo>
                    <a:pt x="1715" y="24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7116480" y="3777840"/>
              <a:ext cx="88560" cy="39960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46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246" y="0"/>
                  </a:lnTo>
                  <a:lnTo>
                    <a:pt x="246" y="1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6819120" y="3690000"/>
              <a:ext cx="653760" cy="31320"/>
            </a:xfrm>
            <a:custGeom>
              <a:avLst/>
              <a:gdLst/>
              <a:ahLst/>
              <a:cxnLst/>
              <a:rect l="l" t="t" r="r" b="b"/>
              <a:pathLst>
                <a:path w="1816" h="87" extrusionOk="0">
                  <a:moveTo>
                    <a:pt x="1815" y="0"/>
                  </a:moveTo>
                  <a:lnTo>
                    <a:pt x="1816" y="32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0" y="0"/>
                  </a:moveTo>
                  <a:lnTo>
                    <a:pt x="575" y="262"/>
                  </a:lnTo>
                  <a:lnTo>
                    <a:pt x="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7137360" y="358668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7086960" y="379872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0BC01902-DF91-E7BD-A6E5-D1A8DA20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6EC50B9C-BA42-6B25-B33D-D01F515CFF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737" y="458632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Improvements in Workplace Safety</a:t>
            </a:r>
            <a:endParaRPr sz="3200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3B98FBB0-D429-FF8E-7EA4-B1FF6703B6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5094" y="2445979"/>
            <a:ext cx="4494900" cy="1671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" dirty="0"/>
              <a:t>Hazardous T</a:t>
            </a:r>
            <a:r>
              <a:rPr lang="en-GB" dirty="0"/>
              <a:t>a</a:t>
            </a:r>
            <a:r>
              <a:rPr lang="en" dirty="0"/>
              <a:t>sk Handling: C</a:t>
            </a:r>
            <a:r>
              <a:rPr lang="en-GB" dirty="0"/>
              <a:t>a</a:t>
            </a:r>
            <a:r>
              <a:rPr lang="en" dirty="0"/>
              <a:t>n work in extreme conditions eg handling heavy metals, toxic substances etc – reducing risk of accidents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dirty="0"/>
          </a:p>
        </p:txBody>
      </p:sp>
      <p:grpSp>
        <p:nvGrpSpPr>
          <p:cNvPr id="331" name="Google Shape;331;p32">
            <a:extLst>
              <a:ext uri="{FF2B5EF4-FFF2-40B4-BE49-F238E27FC236}">
                <a16:creationId xmlns:a16="http://schemas.microsoft.com/office/drawing/2014/main" id="{CD09977F-FF5F-5931-4CF4-349300D2577A}"/>
              </a:ext>
            </a:extLst>
          </p:cNvPr>
          <p:cNvGrpSpPr/>
          <p:nvPr/>
        </p:nvGrpSpPr>
        <p:grpSpPr>
          <a:xfrm>
            <a:off x="5880968" y="1379147"/>
            <a:ext cx="2150478" cy="3358346"/>
            <a:chOff x="6819120" y="3013560"/>
            <a:chExt cx="653760" cy="1020960"/>
          </a:xfrm>
        </p:grpSpPr>
        <p:sp>
          <p:nvSpPr>
            <p:cNvPr id="332" name="Google Shape;332;p32">
              <a:extLst>
                <a:ext uri="{FF2B5EF4-FFF2-40B4-BE49-F238E27FC236}">
                  <a16:creationId xmlns:a16="http://schemas.microsoft.com/office/drawing/2014/main" id="{1D1A0B45-8883-FC91-0BED-F98DB2C3119F}"/>
                </a:ext>
              </a:extLst>
            </p:cNvPr>
            <p:cNvSpPr/>
            <p:nvPr/>
          </p:nvSpPr>
          <p:spPr>
            <a:xfrm>
              <a:off x="6893280" y="3013560"/>
              <a:ext cx="505440" cy="497160"/>
            </a:xfrm>
            <a:custGeom>
              <a:avLst/>
              <a:gdLst/>
              <a:ahLst/>
              <a:cxnLst/>
              <a:rect l="l" t="t" r="r" b="b"/>
              <a:pathLst>
                <a:path w="1404" h="1381" extrusionOk="0">
                  <a:moveTo>
                    <a:pt x="1404" y="1381"/>
                  </a:moveTo>
                  <a:lnTo>
                    <a:pt x="0" y="1381"/>
                  </a:lnTo>
                  <a:lnTo>
                    <a:pt x="0" y="0"/>
                  </a:lnTo>
                  <a:lnTo>
                    <a:pt x="1404" y="0"/>
                  </a:lnTo>
                  <a:lnTo>
                    <a:pt x="1404" y="13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2">
              <a:extLst>
                <a:ext uri="{FF2B5EF4-FFF2-40B4-BE49-F238E27FC236}">
                  <a16:creationId xmlns:a16="http://schemas.microsoft.com/office/drawing/2014/main" id="{02D293F9-77EC-12BD-2BAC-A4322441FA61}"/>
                </a:ext>
              </a:extLst>
            </p:cNvPr>
            <p:cNvSpPr/>
            <p:nvPr/>
          </p:nvSpPr>
          <p:spPr>
            <a:xfrm>
              <a:off x="6949080" y="3058920"/>
              <a:ext cx="255600" cy="10080"/>
            </a:xfrm>
            <a:custGeom>
              <a:avLst/>
              <a:gdLst/>
              <a:ahLst/>
              <a:cxnLst/>
              <a:rect l="l" t="t" r="r" b="b"/>
              <a:pathLst>
                <a:path w="710" h="28" extrusionOk="0">
                  <a:moveTo>
                    <a:pt x="71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2">
              <a:extLst>
                <a:ext uri="{FF2B5EF4-FFF2-40B4-BE49-F238E27FC236}">
                  <a16:creationId xmlns:a16="http://schemas.microsoft.com/office/drawing/2014/main" id="{17EA0D59-421F-0C64-84E0-3F8907CB95E6}"/>
                </a:ext>
              </a:extLst>
            </p:cNvPr>
            <p:cNvSpPr/>
            <p:nvPr/>
          </p:nvSpPr>
          <p:spPr>
            <a:xfrm>
              <a:off x="7076880" y="3457440"/>
              <a:ext cx="255600" cy="9720"/>
            </a:xfrm>
            <a:custGeom>
              <a:avLst/>
              <a:gdLst/>
              <a:ahLst/>
              <a:cxnLst/>
              <a:rect l="l" t="t" r="r" b="b"/>
              <a:pathLst>
                <a:path w="710" h="27" extrusionOk="0">
                  <a:moveTo>
                    <a:pt x="710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2">
              <a:extLst>
                <a:ext uri="{FF2B5EF4-FFF2-40B4-BE49-F238E27FC236}">
                  <a16:creationId xmlns:a16="http://schemas.microsoft.com/office/drawing/2014/main" id="{D9A1F378-CB7E-EBCE-AD4A-1987D92E8D2E}"/>
                </a:ext>
              </a:extLst>
            </p:cNvPr>
            <p:cNvSpPr/>
            <p:nvPr/>
          </p:nvSpPr>
          <p:spPr>
            <a:xfrm>
              <a:off x="6949080" y="3088080"/>
              <a:ext cx="167760" cy="9720"/>
            </a:xfrm>
            <a:custGeom>
              <a:avLst/>
              <a:gdLst/>
              <a:ahLst/>
              <a:cxnLst/>
              <a:rect l="l" t="t" r="r" b="b"/>
              <a:pathLst>
                <a:path w="466" h="27" extrusionOk="0">
                  <a:moveTo>
                    <a:pt x="46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66" y="0"/>
                  </a:lnTo>
                  <a:lnTo>
                    <a:pt x="466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2">
              <a:extLst>
                <a:ext uri="{FF2B5EF4-FFF2-40B4-BE49-F238E27FC236}">
                  <a16:creationId xmlns:a16="http://schemas.microsoft.com/office/drawing/2014/main" id="{F13D07AF-2024-9D9C-21CD-79A3EB874823}"/>
                </a:ext>
              </a:extLst>
            </p:cNvPr>
            <p:cNvSpPr/>
            <p:nvPr/>
          </p:nvSpPr>
          <p:spPr>
            <a:xfrm>
              <a:off x="6949080" y="312012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2">
              <a:extLst>
                <a:ext uri="{FF2B5EF4-FFF2-40B4-BE49-F238E27FC236}">
                  <a16:creationId xmlns:a16="http://schemas.microsoft.com/office/drawing/2014/main" id="{6DF652EA-17ED-4305-7DB4-8D1129ECB79B}"/>
                </a:ext>
              </a:extLst>
            </p:cNvPr>
            <p:cNvSpPr/>
            <p:nvPr/>
          </p:nvSpPr>
          <p:spPr>
            <a:xfrm>
              <a:off x="7076880" y="343584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2">
              <a:extLst>
                <a:ext uri="{FF2B5EF4-FFF2-40B4-BE49-F238E27FC236}">
                  <a16:creationId xmlns:a16="http://schemas.microsoft.com/office/drawing/2014/main" id="{2A6861C9-C482-5438-9475-0F5B50802115}"/>
                </a:ext>
              </a:extLst>
            </p:cNvPr>
            <p:cNvSpPr/>
            <p:nvPr/>
          </p:nvSpPr>
          <p:spPr>
            <a:xfrm>
              <a:off x="7130880" y="3013560"/>
              <a:ext cx="46440" cy="202320"/>
            </a:xfrm>
            <a:custGeom>
              <a:avLst/>
              <a:gdLst/>
              <a:ahLst/>
              <a:cxnLst/>
              <a:rect l="l" t="t" r="r" b="b"/>
              <a:pathLst>
                <a:path w="129" h="562" extrusionOk="0">
                  <a:moveTo>
                    <a:pt x="99" y="555"/>
                  </a:moveTo>
                  <a:lnTo>
                    <a:pt x="99" y="555"/>
                  </a:lnTo>
                  <a:cubicBezTo>
                    <a:pt x="96" y="554"/>
                    <a:pt x="93" y="554"/>
                    <a:pt x="90" y="555"/>
                  </a:cubicBezTo>
                  <a:lnTo>
                    <a:pt x="59" y="561"/>
                  </a:lnTo>
                  <a:cubicBezTo>
                    <a:pt x="56" y="562"/>
                    <a:pt x="53" y="562"/>
                    <a:pt x="50" y="561"/>
                  </a:cubicBezTo>
                  <a:lnTo>
                    <a:pt x="25" y="558"/>
                  </a:lnTo>
                  <a:cubicBezTo>
                    <a:pt x="23" y="558"/>
                    <a:pt x="20" y="558"/>
                    <a:pt x="17" y="559"/>
                  </a:cubicBezTo>
                  <a:lnTo>
                    <a:pt x="0" y="562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529"/>
                  </a:lnTo>
                  <a:cubicBezTo>
                    <a:pt x="129" y="545"/>
                    <a:pt x="115" y="557"/>
                    <a:pt x="99" y="5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2">
              <a:extLst>
                <a:ext uri="{FF2B5EF4-FFF2-40B4-BE49-F238E27FC236}">
                  <a16:creationId xmlns:a16="http://schemas.microsoft.com/office/drawing/2014/main" id="{2111653C-DBF7-70E1-56EB-D6987765ECD6}"/>
                </a:ext>
              </a:extLst>
            </p:cNvPr>
            <p:cNvSpPr/>
            <p:nvPr/>
          </p:nvSpPr>
          <p:spPr>
            <a:xfrm>
              <a:off x="7299720" y="3196080"/>
              <a:ext cx="88920" cy="38880"/>
            </a:xfrm>
            <a:custGeom>
              <a:avLst/>
              <a:gdLst/>
              <a:ahLst/>
              <a:cxnLst/>
              <a:rect l="l" t="t" r="r" b="b"/>
              <a:pathLst>
                <a:path w="247" h="108" extrusionOk="0">
                  <a:moveTo>
                    <a:pt x="26" y="108"/>
                  </a:moveTo>
                  <a:lnTo>
                    <a:pt x="221" y="108"/>
                  </a:lnTo>
                  <a:cubicBezTo>
                    <a:pt x="235" y="108"/>
                    <a:pt x="247" y="96"/>
                    <a:pt x="247" y="82"/>
                  </a:cubicBezTo>
                  <a:lnTo>
                    <a:pt x="247" y="26"/>
                  </a:lnTo>
                  <a:cubicBezTo>
                    <a:pt x="247" y="12"/>
                    <a:pt x="235" y="0"/>
                    <a:pt x="221" y="0"/>
                  </a:cubicBezTo>
                  <a:lnTo>
                    <a:pt x="26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82"/>
                  </a:lnTo>
                  <a:cubicBezTo>
                    <a:pt x="0" y="96"/>
                    <a:pt x="12" y="108"/>
                    <a:pt x="26" y="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2">
              <a:extLst>
                <a:ext uri="{FF2B5EF4-FFF2-40B4-BE49-F238E27FC236}">
                  <a16:creationId xmlns:a16="http://schemas.microsoft.com/office/drawing/2014/main" id="{6D73DD2C-A0FD-F74A-5626-26C86AF7BF9A}"/>
                </a:ext>
              </a:extLst>
            </p:cNvPr>
            <p:cNvSpPr/>
            <p:nvPr/>
          </p:nvSpPr>
          <p:spPr>
            <a:xfrm>
              <a:off x="6949080" y="3364560"/>
              <a:ext cx="48960" cy="48960"/>
            </a:xfrm>
            <a:custGeom>
              <a:avLst/>
              <a:gdLst/>
              <a:ahLst/>
              <a:cxnLst/>
              <a:rect l="l" t="t" r="r" b="b"/>
              <a:pathLst>
                <a:path w="136" h="136" extrusionOk="0">
                  <a:moveTo>
                    <a:pt x="96" y="136"/>
                  </a:moveTo>
                  <a:lnTo>
                    <a:pt x="39" y="136"/>
                  </a:lnTo>
                  <a:cubicBezTo>
                    <a:pt x="17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7"/>
                    <a:pt x="136" y="39"/>
                  </a:cubicBezTo>
                  <a:lnTo>
                    <a:pt x="136" y="96"/>
                  </a:lnTo>
                  <a:cubicBezTo>
                    <a:pt x="136" y="118"/>
                    <a:pt x="118" y="136"/>
                    <a:pt x="96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2">
              <a:extLst>
                <a:ext uri="{FF2B5EF4-FFF2-40B4-BE49-F238E27FC236}">
                  <a16:creationId xmlns:a16="http://schemas.microsoft.com/office/drawing/2014/main" id="{1F754E61-C03F-A548-E81E-364B6533E4EB}"/>
                </a:ext>
              </a:extLst>
            </p:cNvPr>
            <p:cNvSpPr/>
            <p:nvPr/>
          </p:nvSpPr>
          <p:spPr>
            <a:xfrm>
              <a:off x="7005960" y="3364560"/>
              <a:ext cx="49320" cy="48960"/>
            </a:xfrm>
            <a:custGeom>
              <a:avLst/>
              <a:gdLst/>
              <a:ahLst/>
              <a:cxnLst/>
              <a:rect l="l" t="t" r="r" b="b"/>
              <a:pathLst>
                <a:path w="137" h="136" extrusionOk="0">
                  <a:moveTo>
                    <a:pt x="97" y="136"/>
                  </a:moveTo>
                  <a:lnTo>
                    <a:pt x="40" y="136"/>
                  </a:lnTo>
                  <a:cubicBezTo>
                    <a:pt x="18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7"/>
                    <a:pt x="137" y="39"/>
                  </a:cubicBezTo>
                  <a:lnTo>
                    <a:pt x="137" y="96"/>
                  </a:lnTo>
                  <a:cubicBezTo>
                    <a:pt x="137" y="118"/>
                    <a:pt x="119" y="136"/>
                    <a:pt x="97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2">
              <a:extLst>
                <a:ext uri="{FF2B5EF4-FFF2-40B4-BE49-F238E27FC236}">
                  <a16:creationId xmlns:a16="http://schemas.microsoft.com/office/drawing/2014/main" id="{E92537B4-C497-6BB5-16E6-05B0D3C5F03F}"/>
                </a:ext>
              </a:extLst>
            </p:cNvPr>
            <p:cNvSpPr/>
            <p:nvPr/>
          </p:nvSpPr>
          <p:spPr>
            <a:xfrm>
              <a:off x="6949080" y="3421080"/>
              <a:ext cx="48960" cy="49320"/>
            </a:xfrm>
            <a:custGeom>
              <a:avLst/>
              <a:gdLst/>
              <a:ahLst/>
              <a:cxnLst/>
              <a:rect l="l" t="t" r="r" b="b"/>
              <a:pathLst>
                <a:path w="136" h="137" extrusionOk="0">
                  <a:moveTo>
                    <a:pt x="96" y="137"/>
                  </a:moveTo>
                  <a:lnTo>
                    <a:pt x="39" y="137"/>
                  </a:lnTo>
                  <a:cubicBezTo>
                    <a:pt x="17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8"/>
                    <a:pt x="136" y="40"/>
                  </a:cubicBezTo>
                  <a:lnTo>
                    <a:pt x="136" y="97"/>
                  </a:lnTo>
                  <a:cubicBezTo>
                    <a:pt x="136" y="119"/>
                    <a:pt x="118" y="137"/>
                    <a:pt x="96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2">
              <a:extLst>
                <a:ext uri="{FF2B5EF4-FFF2-40B4-BE49-F238E27FC236}">
                  <a16:creationId xmlns:a16="http://schemas.microsoft.com/office/drawing/2014/main" id="{0522CFFA-864D-F441-FDB0-8929115CDA88}"/>
                </a:ext>
              </a:extLst>
            </p:cNvPr>
            <p:cNvSpPr/>
            <p:nvPr/>
          </p:nvSpPr>
          <p:spPr>
            <a:xfrm>
              <a:off x="7005960" y="3421080"/>
              <a:ext cx="49320" cy="49320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97" y="137"/>
                  </a:moveTo>
                  <a:lnTo>
                    <a:pt x="40" y="137"/>
                  </a:lnTo>
                  <a:cubicBezTo>
                    <a:pt x="18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8"/>
                    <a:pt x="137" y="40"/>
                  </a:cubicBezTo>
                  <a:lnTo>
                    <a:pt x="137" y="97"/>
                  </a:lnTo>
                  <a:cubicBezTo>
                    <a:pt x="137" y="119"/>
                    <a:pt x="119" y="137"/>
                    <a:pt x="97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2">
              <a:extLst>
                <a:ext uri="{FF2B5EF4-FFF2-40B4-BE49-F238E27FC236}">
                  <a16:creationId xmlns:a16="http://schemas.microsoft.com/office/drawing/2014/main" id="{9BC7408D-26FA-D70B-3261-3F333147028B}"/>
                </a:ext>
              </a:extLst>
            </p:cNvPr>
            <p:cNvSpPr/>
            <p:nvPr/>
          </p:nvSpPr>
          <p:spPr>
            <a:xfrm>
              <a:off x="684756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5" y="308"/>
                  </a:moveTo>
                  <a:lnTo>
                    <a:pt x="65" y="308"/>
                  </a:lnTo>
                  <a:cubicBezTo>
                    <a:pt x="29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29" y="0"/>
                    <a:pt x="65" y="0"/>
                  </a:cubicBezTo>
                  <a:cubicBezTo>
                    <a:pt x="101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1" y="308"/>
                    <a:pt x="65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2">
              <a:extLst>
                <a:ext uri="{FF2B5EF4-FFF2-40B4-BE49-F238E27FC236}">
                  <a16:creationId xmlns:a16="http://schemas.microsoft.com/office/drawing/2014/main" id="{A682BCED-F966-C86C-357B-63CCF3B5D637}"/>
                </a:ext>
              </a:extLst>
            </p:cNvPr>
            <p:cNvSpPr/>
            <p:nvPr/>
          </p:nvSpPr>
          <p:spPr>
            <a:xfrm>
              <a:off x="739728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6" y="308"/>
                  </a:moveTo>
                  <a:lnTo>
                    <a:pt x="66" y="308"/>
                  </a:lnTo>
                  <a:cubicBezTo>
                    <a:pt x="30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30" y="0"/>
                    <a:pt x="66" y="0"/>
                  </a:cubicBezTo>
                  <a:cubicBezTo>
                    <a:pt x="102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2" y="308"/>
                    <a:pt x="66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2">
              <a:extLst>
                <a:ext uri="{FF2B5EF4-FFF2-40B4-BE49-F238E27FC236}">
                  <a16:creationId xmlns:a16="http://schemas.microsoft.com/office/drawing/2014/main" id="{9500904A-B8A0-2979-5CBF-9047A073479F}"/>
                </a:ext>
              </a:extLst>
            </p:cNvPr>
            <p:cNvSpPr/>
            <p:nvPr/>
          </p:nvSpPr>
          <p:spPr>
            <a:xfrm>
              <a:off x="6819120" y="3690000"/>
              <a:ext cx="653760" cy="279360"/>
            </a:xfrm>
            <a:custGeom>
              <a:avLst/>
              <a:gdLst/>
              <a:ahLst/>
              <a:cxnLst/>
              <a:rect l="l" t="t" r="r" b="b"/>
              <a:pathLst>
                <a:path w="1816" h="776" extrusionOk="0">
                  <a:moveTo>
                    <a:pt x="1751" y="776"/>
                  </a:moveTo>
                  <a:lnTo>
                    <a:pt x="65" y="776"/>
                  </a:lnTo>
                  <a:cubicBezTo>
                    <a:pt x="29" y="776"/>
                    <a:pt x="0" y="747"/>
                    <a:pt x="0" y="711"/>
                  </a:cubicBezTo>
                  <a:lnTo>
                    <a:pt x="0" y="0"/>
                  </a:lnTo>
                  <a:lnTo>
                    <a:pt x="1816" y="0"/>
                  </a:lnTo>
                  <a:lnTo>
                    <a:pt x="1816" y="711"/>
                  </a:lnTo>
                  <a:cubicBezTo>
                    <a:pt x="1816" y="747"/>
                    <a:pt x="1787" y="776"/>
                    <a:pt x="1751" y="7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2">
              <a:extLst>
                <a:ext uri="{FF2B5EF4-FFF2-40B4-BE49-F238E27FC236}">
                  <a16:creationId xmlns:a16="http://schemas.microsoft.com/office/drawing/2014/main" id="{4EB5B53A-7F3E-4FAE-F26D-E9A3BBE9C4A6}"/>
                </a:ext>
              </a:extLst>
            </p:cNvPr>
            <p:cNvSpPr/>
            <p:nvPr/>
          </p:nvSpPr>
          <p:spPr>
            <a:xfrm>
              <a:off x="6819120" y="3627720"/>
              <a:ext cx="653760" cy="62280"/>
            </a:xfrm>
            <a:custGeom>
              <a:avLst/>
              <a:gdLst/>
              <a:ahLst/>
              <a:cxnLst/>
              <a:rect l="l" t="t" r="r" b="b"/>
              <a:pathLst>
                <a:path w="1816" h="173" extrusionOk="0">
                  <a:moveTo>
                    <a:pt x="1816" y="173"/>
                  </a:moveTo>
                  <a:lnTo>
                    <a:pt x="0" y="173"/>
                  </a:lnTo>
                  <a:lnTo>
                    <a:pt x="0" y="56"/>
                  </a:lnTo>
                  <a:cubicBezTo>
                    <a:pt x="0" y="25"/>
                    <a:pt x="26" y="0"/>
                    <a:pt x="57" y="0"/>
                  </a:cubicBezTo>
                  <a:lnTo>
                    <a:pt x="1759" y="0"/>
                  </a:lnTo>
                  <a:cubicBezTo>
                    <a:pt x="1790" y="0"/>
                    <a:pt x="1816" y="25"/>
                    <a:pt x="1816" y="56"/>
                  </a:cubicBezTo>
                  <a:lnTo>
                    <a:pt x="1816" y="1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275" rIns="90000" bIns="17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2">
              <a:extLst>
                <a:ext uri="{FF2B5EF4-FFF2-40B4-BE49-F238E27FC236}">
                  <a16:creationId xmlns:a16="http://schemas.microsoft.com/office/drawing/2014/main" id="{90AF6160-8BD3-36B5-D009-3AA987DA3A29}"/>
                </a:ext>
              </a:extLst>
            </p:cNvPr>
            <p:cNvSpPr/>
            <p:nvPr/>
          </p:nvSpPr>
          <p:spPr>
            <a:xfrm>
              <a:off x="6836400" y="3565080"/>
              <a:ext cx="617400" cy="62640"/>
            </a:xfrm>
            <a:custGeom>
              <a:avLst/>
              <a:gdLst/>
              <a:ahLst/>
              <a:cxnLst/>
              <a:rect l="l" t="t" r="r" b="b"/>
              <a:pathLst>
                <a:path w="1715" h="174" extrusionOk="0">
                  <a:moveTo>
                    <a:pt x="1715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1715" y="0"/>
                  </a:lnTo>
                  <a:lnTo>
                    <a:pt x="1715" y="1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2">
              <a:extLst>
                <a:ext uri="{FF2B5EF4-FFF2-40B4-BE49-F238E27FC236}">
                  <a16:creationId xmlns:a16="http://schemas.microsoft.com/office/drawing/2014/main" id="{BD4ADC82-49D8-5C1B-14B9-93AB0294EF8C}"/>
                </a:ext>
              </a:extLst>
            </p:cNvPr>
            <p:cNvSpPr/>
            <p:nvPr/>
          </p:nvSpPr>
          <p:spPr>
            <a:xfrm>
              <a:off x="6819120" y="3502440"/>
              <a:ext cx="653760" cy="62640"/>
            </a:xfrm>
            <a:custGeom>
              <a:avLst/>
              <a:gdLst/>
              <a:ahLst/>
              <a:cxnLst/>
              <a:rect l="l" t="t" r="r" b="b"/>
              <a:pathLst>
                <a:path w="1816" h="174" extrusionOk="0">
                  <a:moveTo>
                    <a:pt x="1761" y="174"/>
                  </a:moveTo>
                  <a:lnTo>
                    <a:pt x="54" y="174"/>
                  </a:lnTo>
                  <a:cubicBezTo>
                    <a:pt x="25" y="174"/>
                    <a:pt x="0" y="150"/>
                    <a:pt x="0" y="120"/>
                  </a:cubicBezTo>
                  <a:lnTo>
                    <a:pt x="0" y="54"/>
                  </a:lnTo>
                  <a:cubicBezTo>
                    <a:pt x="0" y="24"/>
                    <a:pt x="25" y="0"/>
                    <a:pt x="54" y="0"/>
                  </a:cubicBezTo>
                  <a:lnTo>
                    <a:pt x="1761" y="0"/>
                  </a:lnTo>
                  <a:cubicBezTo>
                    <a:pt x="1791" y="0"/>
                    <a:pt x="1816" y="24"/>
                    <a:pt x="1816" y="54"/>
                  </a:cubicBezTo>
                  <a:lnTo>
                    <a:pt x="1816" y="120"/>
                  </a:lnTo>
                  <a:cubicBezTo>
                    <a:pt x="1816" y="150"/>
                    <a:pt x="1791" y="174"/>
                    <a:pt x="176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2">
              <a:extLst>
                <a:ext uri="{FF2B5EF4-FFF2-40B4-BE49-F238E27FC236}">
                  <a16:creationId xmlns:a16="http://schemas.microsoft.com/office/drawing/2014/main" id="{67CB48A5-7F39-1C2B-7DF8-60B64EECA2DD}"/>
                </a:ext>
              </a:extLst>
            </p:cNvPr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575" y="262"/>
                  </a:moveTo>
                  <a:lnTo>
                    <a:pt x="0" y="262"/>
                  </a:lnTo>
                  <a:lnTo>
                    <a:pt x="0" y="0"/>
                  </a:lnTo>
                  <a:lnTo>
                    <a:pt x="575" y="0"/>
                  </a:lnTo>
                  <a:lnTo>
                    <a:pt x="575" y="2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>
              <a:extLst>
                <a:ext uri="{FF2B5EF4-FFF2-40B4-BE49-F238E27FC236}">
                  <a16:creationId xmlns:a16="http://schemas.microsoft.com/office/drawing/2014/main" id="{BD246A1E-F299-95F3-D992-6CB82E518E5D}"/>
                </a:ext>
              </a:extLst>
            </p:cNvPr>
            <p:cNvSpPr/>
            <p:nvPr/>
          </p:nvSpPr>
          <p:spPr>
            <a:xfrm>
              <a:off x="7071840" y="3768120"/>
              <a:ext cx="150120" cy="61200"/>
            </a:xfrm>
            <a:custGeom>
              <a:avLst/>
              <a:gdLst/>
              <a:ahLst/>
              <a:cxnLst/>
              <a:rect l="l" t="t" r="r" b="b"/>
              <a:pathLst>
                <a:path w="417" h="170" extrusionOk="0">
                  <a:moveTo>
                    <a:pt x="417" y="170"/>
                  </a:moveTo>
                  <a:lnTo>
                    <a:pt x="0" y="170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200" rIns="90000" bIns="16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2">
              <a:extLst>
                <a:ext uri="{FF2B5EF4-FFF2-40B4-BE49-F238E27FC236}">
                  <a16:creationId xmlns:a16="http://schemas.microsoft.com/office/drawing/2014/main" id="{0761BB91-F366-0CCD-E030-BE3C304F51E7}"/>
                </a:ext>
              </a:extLst>
            </p:cNvPr>
            <p:cNvSpPr/>
            <p:nvPr/>
          </p:nvSpPr>
          <p:spPr>
            <a:xfrm>
              <a:off x="7071840" y="3565080"/>
              <a:ext cx="150120" cy="62640"/>
            </a:xfrm>
            <a:custGeom>
              <a:avLst/>
              <a:gdLst/>
              <a:ahLst/>
              <a:cxnLst/>
              <a:rect l="l" t="t" r="r" b="b"/>
              <a:pathLst>
                <a:path w="417" h="174" extrusionOk="0">
                  <a:moveTo>
                    <a:pt x="417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2">
              <a:extLst>
                <a:ext uri="{FF2B5EF4-FFF2-40B4-BE49-F238E27FC236}">
                  <a16:creationId xmlns:a16="http://schemas.microsoft.com/office/drawing/2014/main" id="{75391C2F-DC60-1E37-CE37-CB4B1AD76F06}"/>
                </a:ext>
              </a:extLst>
            </p:cNvPr>
            <p:cNvSpPr/>
            <p:nvPr/>
          </p:nvSpPr>
          <p:spPr>
            <a:xfrm>
              <a:off x="7124400" y="3573720"/>
              <a:ext cx="45000" cy="45000"/>
            </a:xfrm>
            <a:custGeom>
              <a:avLst/>
              <a:gdLst/>
              <a:ahLst/>
              <a:cxnLst/>
              <a:rect l="l" t="t" r="r" b="b"/>
              <a:pathLst>
                <a:path w="125" h="125" extrusionOk="0">
                  <a:moveTo>
                    <a:pt x="125" y="63"/>
                  </a:moveTo>
                  <a:cubicBezTo>
                    <a:pt x="125" y="97"/>
                    <a:pt x="97" y="125"/>
                    <a:pt x="63" y="125"/>
                  </a:cubicBezTo>
                  <a:cubicBezTo>
                    <a:pt x="28" y="125"/>
                    <a:pt x="0" y="97"/>
                    <a:pt x="0" y="63"/>
                  </a:cubicBez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2">
              <a:extLst>
                <a:ext uri="{FF2B5EF4-FFF2-40B4-BE49-F238E27FC236}">
                  <a16:creationId xmlns:a16="http://schemas.microsoft.com/office/drawing/2014/main" id="{5A89CE17-C99F-A3FE-574F-EFC16192811A}"/>
                </a:ext>
              </a:extLst>
            </p:cNvPr>
            <p:cNvSpPr/>
            <p:nvPr/>
          </p:nvSpPr>
          <p:spPr>
            <a:xfrm>
              <a:off x="6836400" y="3565080"/>
              <a:ext cx="617400" cy="31320"/>
            </a:xfrm>
            <a:custGeom>
              <a:avLst/>
              <a:gdLst/>
              <a:ahLst/>
              <a:cxnLst/>
              <a:rect l="l" t="t" r="r" b="b"/>
              <a:pathLst>
                <a:path w="1715" h="87" extrusionOk="0">
                  <a:moveTo>
                    <a:pt x="1713" y="0"/>
                  </a:moveTo>
                  <a:lnTo>
                    <a:pt x="1715" y="24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2">
              <a:extLst>
                <a:ext uri="{FF2B5EF4-FFF2-40B4-BE49-F238E27FC236}">
                  <a16:creationId xmlns:a16="http://schemas.microsoft.com/office/drawing/2014/main" id="{92023C83-0ED6-C394-C6E4-4FAF97917850}"/>
                </a:ext>
              </a:extLst>
            </p:cNvPr>
            <p:cNvSpPr/>
            <p:nvPr/>
          </p:nvSpPr>
          <p:spPr>
            <a:xfrm>
              <a:off x="7116480" y="3777840"/>
              <a:ext cx="88560" cy="39960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46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246" y="0"/>
                  </a:lnTo>
                  <a:lnTo>
                    <a:pt x="246" y="1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2">
              <a:extLst>
                <a:ext uri="{FF2B5EF4-FFF2-40B4-BE49-F238E27FC236}">
                  <a16:creationId xmlns:a16="http://schemas.microsoft.com/office/drawing/2014/main" id="{EE0C8048-FD41-3F3B-4521-274E5BDEA8C5}"/>
                </a:ext>
              </a:extLst>
            </p:cNvPr>
            <p:cNvSpPr/>
            <p:nvPr/>
          </p:nvSpPr>
          <p:spPr>
            <a:xfrm>
              <a:off x="6819120" y="3690000"/>
              <a:ext cx="653760" cy="31320"/>
            </a:xfrm>
            <a:custGeom>
              <a:avLst/>
              <a:gdLst/>
              <a:ahLst/>
              <a:cxnLst/>
              <a:rect l="l" t="t" r="r" b="b"/>
              <a:pathLst>
                <a:path w="1816" h="87" extrusionOk="0">
                  <a:moveTo>
                    <a:pt x="1815" y="0"/>
                  </a:moveTo>
                  <a:lnTo>
                    <a:pt x="1816" y="32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2">
              <a:extLst>
                <a:ext uri="{FF2B5EF4-FFF2-40B4-BE49-F238E27FC236}">
                  <a16:creationId xmlns:a16="http://schemas.microsoft.com/office/drawing/2014/main" id="{A208D6A3-EF29-6603-0E72-1B91414F1C53}"/>
                </a:ext>
              </a:extLst>
            </p:cNvPr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0" y="0"/>
                  </a:moveTo>
                  <a:lnTo>
                    <a:pt x="575" y="262"/>
                  </a:lnTo>
                  <a:lnTo>
                    <a:pt x="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>
              <a:extLst>
                <a:ext uri="{FF2B5EF4-FFF2-40B4-BE49-F238E27FC236}">
                  <a16:creationId xmlns:a16="http://schemas.microsoft.com/office/drawing/2014/main" id="{D29453AC-CA33-2D7C-0AE8-957D9E25D5A9}"/>
                </a:ext>
              </a:extLst>
            </p:cNvPr>
            <p:cNvSpPr/>
            <p:nvPr/>
          </p:nvSpPr>
          <p:spPr>
            <a:xfrm>
              <a:off x="7137360" y="358668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2">
              <a:extLst>
                <a:ext uri="{FF2B5EF4-FFF2-40B4-BE49-F238E27FC236}">
                  <a16:creationId xmlns:a16="http://schemas.microsoft.com/office/drawing/2014/main" id="{C12D9CD0-EDC8-C7BC-0B31-16F4F829A81F}"/>
                </a:ext>
              </a:extLst>
            </p:cNvPr>
            <p:cNvSpPr/>
            <p:nvPr/>
          </p:nvSpPr>
          <p:spPr>
            <a:xfrm>
              <a:off x="7086960" y="379872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460129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A67E2386-F549-02DD-2081-F9119338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Benefits of Using Cobots to Support Human Workers on the Factory Floor">
            <a:extLst>
              <a:ext uri="{FF2B5EF4-FFF2-40B4-BE49-F238E27FC236}">
                <a16:creationId xmlns:a16="http://schemas.microsoft.com/office/drawing/2014/main" id="{73001EA5-0B71-3A0B-3A13-657A54002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50" y="787350"/>
            <a:ext cx="2952750" cy="394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1" name="Google Shape;321;p31">
            <a:extLst>
              <a:ext uri="{FF2B5EF4-FFF2-40B4-BE49-F238E27FC236}">
                <a16:creationId xmlns:a16="http://schemas.microsoft.com/office/drawing/2014/main" id="{D2627F94-0A18-C8DD-B30B-4C15A7885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2759313"/>
            <a:ext cx="4572000" cy="1141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What are applications of Cobots in Manufacturing Industry</a:t>
            </a:r>
            <a:endParaRPr sz="3200" dirty="0"/>
          </a:p>
        </p:txBody>
      </p:sp>
      <p:sp>
        <p:nvSpPr>
          <p:cNvPr id="322" name="Google Shape;322;p31">
            <a:extLst>
              <a:ext uri="{FF2B5EF4-FFF2-40B4-BE49-F238E27FC236}">
                <a16:creationId xmlns:a16="http://schemas.microsoft.com/office/drawing/2014/main" id="{2C8FB067-0575-2430-3019-42BA3CF723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72000" y="787350"/>
            <a:ext cx="12231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4257251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>
          <a:extLst>
            <a:ext uri="{FF2B5EF4-FFF2-40B4-BE49-F238E27FC236}">
              <a16:creationId xmlns:a16="http://schemas.microsoft.com/office/drawing/2014/main" id="{CD4FF3DD-2ADE-E638-235A-91C86EB2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>
            <a:extLst>
              <a:ext uri="{FF2B5EF4-FFF2-40B4-BE49-F238E27FC236}">
                <a16:creationId xmlns:a16="http://schemas.microsoft.com/office/drawing/2014/main" id="{AA45C03A-999A-6D9F-4214-13605A82D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Applications</a:t>
            </a:r>
            <a:endParaRPr dirty="0"/>
          </a:p>
        </p:txBody>
      </p:sp>
      <p:sp>
        <p:nvSpPr>
          <p:cNvPr id="545" name="Google Shape;545;p44">
            <a:extLst>
              <a:ext uri="{FF2B5EF4-FFF2-40B4-BE49-F238E27FC236}">
                <a16:creationId xmlns:a16="http://schemas.microsoft.com/office/drawing/2014/main" id="{D96F73D7-AEED-989D-8BFC-DC004339DA53}"/>
              </a:ext>
            </a:extLst>
          </p:cNvPr>
          <p:cNvSpPr/>
          <p:nvPr/>
        </p:nvSpPr>
        <p:spPr>
          <a:xfrm>
            <a:off x="821838" y="2429300"/>
            <a:ext cx="1566795" cy="76861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Assembly Tasks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6" name="Google Shape;546;p44">
            <a:extLst>
              <a:ext uri="{FF2B5EF4-FFF2-40B4-BE49-F238E27FC236}">
                <a16:creationId xmlns:a16="http://schemas.microsoft.com/office/drawing/2014/main" id="{F9ACE753-CE61-D396-4A07-5EA1CE1D5806}"/>
              </a:ext>
            </a:extLst>
          </p:cNvPr>
          <p:cNvSpPr/>
          <p:nvPr/>
        </p:nvSpPr>
        <p:spPr>
          <a:xfrm>
            <a:off x="2799638" y="2429300"/>
            <a:ext cx="1566900" cy="77660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Quality Control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7" name="Google Shape;547;p44">
            <a:extLst>
              <a:ext uri="{FF2B5EF4-FFF2-40B4-BE49-F238E27FC236}">
                <a16:creationId xmlns:a16="http://schemas.microsoft.com/office/drawing/2014/main" id="{44E23D83-9562-1E14-CC58-CC07021A641F}"/>
              </a:ext>
            </a:extLst>
          </p:cNvPr>
          <p:cNvSpPr/>
          <p:nvPr/>
        </p:nvSpPr>
        <p:spPr>
          <a:xfrm>
            <a:off x="4777438" y="2421302"/>
            <a:ext cx="1566900" cy="77660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Precision Tasks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8" name="Google Shape;548;p44">
            <a:extLst>
              <a:ext uri="{FF2B5EF4-FFF2-40B4-BE49-F238E27FC236}">
                <a16:creationId xmlns:a16="http://schemas.microsoft.com/office/drawing/2014/main" id="{03537FB1-3E74-B227-3BF1-8F0B9A3644A9}"/>
              </a:ext>
            </a:extLst>
          </p:cNvPr>
          <p:cNvSpPr/>
          <p:nvPr/>
        </p:nvSpPr>
        <p:spPr>
          <a:xfrm>
            <a:off x="6755238" y="2421302"/>
            <a:ext cx="1668762" cy="77660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Logistics and Warehousing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9" name="Google Shape;549;p44">
            <a:extLst>
              <a:ext uri="{FF2B5EF4-FFF2-40B4-BE49-F238E27FC236}">
                <a16:creationId xmlns:a16="http://schemas.microsoft.com/office/drawing/2014/main" id="{17C64C23-CB91-2BE7-2664-EEFA65B45D38}"/>
              </a:ext>
            </a:extLst>
          </p:cNvPr>
          <p:cNvSpPr/>
          <p:nvPr/>
        </p:nvSpPr>
        <p:spPr>
          <a:xfrm>
            <a:off x="2534208" y="878329"/>
            <a:ext cx="2111356" cy="138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Detects defects or inconsistencues in products with the help of its sensors and camersa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</a:t>
            </a: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nusres high quality product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0" name="Google Shape;550;p44">
            <a:extLst>
              <a:ext uri="{FF2B5EF4-FFF2-40B4-BE49-F238E27FC236}">
                <a16:creationId xmlns:a16="http://schemas.microsoft.com/office/drawing/2014/main" id="{5DEA5B05-D72A-56C6-3A64-77BBD802C180}"/>
              </a:ext>
            </a:extLst>
          </p:cNvPr>
          <p:cNvSpPr/>
          <p:nvPr/>
        </p:nvSpPr>
        <p:spPr>
          <a:xfrm>
            <a:off x="6579783" y="1491590"/>
            <a:ext cx="2024390" cy="77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Assist in inventory managemnt, sortinga and order fulfillment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1" name="Google Shape;551;p44">
            <a:extLst>
              <a:ext uri="{FF2B5EF4-FFF2-40B4-BE49-F238E27FC236}">
                <a16:creationId xmlns:a16="http://schemas.microsoft.com/office/drawing/2014/main" id="{12C2C5CB-D502-516C-B2B7-F50D6245ECCC}"/>
              </a:ext>
            </a:extLst>
          </p:cNvPr>
          <p:cNvSpPr/>
          <p:nvPr/>
        </p:nvSpPr>
        <p:spPr>
          <a:xfrm>
            <a:off x="4541993" y="3383000"/>
            <a:ext cx="2037790" cy="113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Perform tasks like sanding, drilling etc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</a:t>
            </a: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aintains quality and accuracy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2" name="Google Shape;552;p44">
            <a:extLst>
              <a:ext uri="{FF2B5EF4-FFF2-40B4-BE49-F238E27FC236}">
                <a16:creationId xmlns:a16="http://schemas.microsoft.com/office/drawing/2014/main" id="{EC8A4F59-6C6E-03C6-A261-8CEB345133D7}"/>
              </a:ext>
            </a:extLst>
          </p:cNvPr>
          <p:cNvSpPr/>
          <p:nvPr/>
        </p:nvSpPr>
        <p:spPr>
          <a:xfrm>
            <a:off x="676261" y="3406990"/>
            <a:ext cx="1857947" cy="12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Perform repititive tasks like fastening screws, component placement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</a:t>
            </a: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euduecs physical strain on human workers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553" name="Google Shape;553;p44">
            <a:extLst>
              <a:ext uri="{FF2B5EF4-FFF2-40B4-BE49-F238E27FC236}">
                <a16:creationId xmlns:a16="http://schemas.microsoft.com/office/drawing/2014/main" id="{8414BB18-2BA5-6C38-DA63-699FA0B00F87}"/>
              </a:ext>
            </a:extLst>
          </p:cNvPr>
          <p:cNvCxnSpPr>
            <a:cxnSpLocks/>
            <a:stCxn id="545" idx="2"/>
            <a:endCxn id="552" idx="0"/>
          </p:cNvCxnSpPr>
          <p:nvPr/>
        </p:nvCxnSpPr>
        <p:spPr>
          <a:xfrm flipH="1">
            <a:off x="1605235" y="3197910"/>
            <a:ext cx="1" cy="2090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44">
            <a:extLst>
              <a:ext uri="{FF2B5EF4-FFF2-40B4-BE49-F238E27FC236}">
                <a16:creationId xmlns:a16="http://schemas.microsoft.com/office/drawing/2014/main" id="{4C7C6CE5-9DF4-057D-E5E7-74D38316A01A}"/>
              </a:ext>
            </a:extLst>
          </p:cNvPr>
          <p:cNvCxnSpPr>
            <a:cxnSpLocks/>
            <a:stCxn id="549" idx="2"/>
            <a:endCxn id="546" idx="0"/>
          </p:cNvCxnSpPr>
          <p:nvPr/>
        </p:nvCxnSpPr>
        <p:spPr>
          <a:xfrm flipH="1">
            <a:off x="3583088" y="2268200"/>
            <a:ext cx="6798" cy="1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44">
            <a:extLst>
              <a:ext uri="{FF2B5EF4-FFF2-40B4-BE49-F238E27FC236}">
                <a16:creationId xmlns:a16="http://schemas.microsoft.com/office/drawing/2014/main" id="{02389212-3F30-2AC9-B549-63B87F6A31AE}"/>
              </a:ext>
            </a:extLst>
          </p:cNvPr>
          <p:cNvCxnSpPr>
            <a:cxnSpLocks/>
            <a:stCxn id="547" idx="2"/>
            <a:endCxn id="551" idx="0"/>
          </p:cNvCxnSpPr>
          <p:nvPr/>
        </p:nvCxnSpPr>
        <p:spPr>
          <a:xfrm>
            <a:off x="5560888" y="3197910"/>
            <a:ext cx="0" cy="18509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44">
            <a:extLst>
              <a:ext uri="{FF2B5EF4-FFF2-40B4-BE49-F238E27FC236}">
                <a16:creationId xmlns:a16="http://schemas.microsoft.com/office/drawing/2014/main" id="{991B0FB1-0383-9384-9C6D-294D47F35A3B}"/>
              </a:ext>
            </a:extLst>
          </p:cNvPr>
          <p:cNvCxnSpPr>
            <a:cxnSpLocks/>
            <a:stCxn id="550" idx="2"/>
            <a:endCxn id="548" idx="0"/>
          </p:cNvCxnSpPr>
          <p:nvPr/>
        </p:nvCxnSpPr>
        <p:spPr>
          <a:xfrm flipH="1">
            <a:off x="7589619" y="2268199"/>
            <a:ext cx="2359" cy="15310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44">
            <a:extLst>
              <a:ext uri="{FF2B5EF4-FFF2-40B4-BE49-F238E27FC236}">
                <a16:creationId xmlns:a16="http://schemas.microsoft.com/office/drawing/2014/main" id="{B8058CFF-2074-8E6D-B659-865A5692D7F2}"/>
              </a:ext>
            </a:extLst>
          </p:cNvPr>
          <p:cNvCxnSpPr>
            <a:cxnSpLocks/>
            <a:endCxn id="546" idx="1"/>
          </p:cNvCxnSpPr>
          <p:nvPr/>
        </p:nvCxnSpPr>
        <p:spPr>
          <a:xfrm flipV="1">
            <a:off x="2388638" y="2817604"/>
            <a:ext cx="411000" cy="799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44">
            <a:extLst>
              <a:ext uri="{FF2B5EF4-FFF2-40B4-BE49-F238E27FC236}">
                <a16:creationId xmlns:a16="http://schemas.microsoft.com/office/drawing/2014/main" id="{67BE2A1B-36FD-E058-5AD2-BE5D9E7DBCFE}"/>
              </a:ext>
            </a:extLst>
          </p:cNvPr>
          <p:cNvCxnSpPr>
            <a:cxnSpLocks/>
            <a:stCxn id="546" idx="3"/>
            <a:endCxn id="547" idx="1"/>
          </p:cNvCxnSpPr>
          <p:nvPr/>
        </p:nvCxnSpPr>
        <p:spPr>
          <a:xfrm flipV="1">
            <a:off x="4366538" y="2809606"/>
            <a:ext cx="410900" cy="79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44">
            <a:extLst>
              <a:ext uri="{FF2B5EF4-FFF2-40B4-BE49-F238E27FC236}">
                <a16:creationId xmlns:a16="http://schemas.microsoft.com/office/drawing/2014/main" id="{6A450C00-C6A3-3116-49AC-FA083BF4B995}"/>
              </a:ext>
            </a:extLst>
          </p:cNvPr>
          <p:cNvCxnSpPr>
            <a:cxnSpLocks/>
            <a:stCxn id="547" idx="3"/>
            <a:endCxn id="548" idx="1"/>
          </p:cNvCxnSpPr>
          <p:nvPr/>
        </p:nvCxnSpPr>
        <p:spPr>
          <a:xfrm>
            <a:off x="6344338" y="2809606"/>
            <a:ext cx="41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0" name="Google Shape;560;p44">
            <a:extLst>
              <a:ext uri="{FF2B5EF4-FFF2-40B4-BE49-F238E27FC236}">
                <a16:creationId xmlns:a16="http://schemas.microsoft.com/office/drawing/2014/main" id="{215BA4A7-F717-5DE8-A106-D17B4DA8FA06}"/>
              </a:ext>
            </a:extLst>
          </p:cNvPr>
          <p:cNvGrpSpPr/>
          <p:nvPr/>
        </p:nvGrpSpPr>
        <p:grpSpPr>
          <a:xfrm>
            <a:off x="3240762" y="3385030"/>
            <a:ext cx="684651" cy="857946"/>
            <a:chOff x="2719800" y="341640"/>
            <a:chExt cx="809280" cy="1014120"/>
          </a:xfrm>
        </p:grpSpPr>
        <p:sp>
          <p:nvSpPr>
            <p:cNvPr id="561" name="Google Shape;561;p44">
              <a:extLst>
                <a:ext uri="{FF2B5EF4-FFF2-40B4-BE49-F238E27FC236}">
                  <a16:creationId xmlns:a16="http://schemas.microsoft.com/office/drawing/2014/main" id="{3FDAC9C9-985E-4583-F6BB-299D00474A0F}"/>
                </a:ext>
              </a:extLst>
            </p:cNvPr>
            <p:cNvSpPr/>
            <p:nvPr/>
          </p:nvSpPr>
          <p:spPr>
            <a:xfrm>
              <a:off x="2879280" y="659880"/>
              <a:ext cx="348840" cy="34848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209" y="0"/>
                  </a:moveTo>
                  <a:lnTo>
                    <a:pt x="969" y="759"/>
                  </a:lnTo>
                  <a:lnTo>
                    <a:pt x="759" y="968"/>
                  </a:lnTo>
                  <a:lnTo>
                    <a:pt x="0" y="209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4">
              <a:extLst>
                <a:ext uri="{FF2B5EF4-FFF2-40B4-BE49-F238E27FC236}">
                  <a16:creationId xmlns:a16="http://schemas.microsoft.com/office/drawing/2014/main" id="{449EEF90-4265-D647-FE76-B5EDD950508F}"/>
                </a:ext>
              </a:extLst>
            </p:cNvPr>
            <p:cNvSpPr/>
            <p:nvPr/>
          </p:nvSpPr>
          <p:spPr>
            <a:xfrm>
              <a:off x="2904840" y="702720"/>
              <a:ext cx="248760" cy="221760"/>
            </a:xfrm>
            <a:custGeom>
              <a:avLst/>
              <a:gdLst/>
              <a:ahLst/>
              <a:cxnLst/>
              <a:rect l="l" t="t" r="r" b="b"/>
              <a:pathLst>
                <a:path w="691" h="616" extrusionOk="0">
                  <a:moveTo>
                    <a:pt x="283" y="25"/>
                  </a:moveTo>
                  <a:cubicBezTo>
                    <a:pt x="283" y="25"/>
                    <a:pt x="153" y="151"/>
                    <a:pt x="156" y="173"/>
                  </a:cubicBezTo>
                  <a:cubicBezTo>
                    <a:pt x="159" y="195"/>
                    <a:pt x="439" y="481"/>
                    <a:pt x="450" y="481"/>
                  </a:cubicBezTo>
                  <a:cubicBezTo>
                    <a:pt x="461" y="481"/>
                    <a:pt x="618" y="399"/>
                    <a:pt x="682" y="424"/>
                  </a:cubicBezTo>
                  <a:cubicBezTo>
                    <a:pt x="746" y="449"/>
                    <a:pt x="455" y="616"/>
                    <a:pt x="455" y="616"/>
                  </a:cubicBezTo>
                  <a:lnTo>
                    <a:pt x="0" y="161"/>
                  </a:lnTo>
                  <a:lnTo>
                    <a:pt x="258" y="0"/>
                  </a:lnTo>
                  <a:lnTo>
                    <a:pt x="283" y="25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4">
              <a:extLst>
                <a:ext uri="{FF2B5EF4-FFF2-40B4-BE49-F238E27FC236}">
                  <a16:creationId xmlns:a16="http://schemas.microsoft.com/office/drawing/2014/main" id="{A857F42D-F18F-9EE2-5F0E-8AC089409AB0}"/>
                </a:ext>
              </a:extLst>
            </p:cNvPr>
            <p:cNvSpPr/>
            <p:nvPr/>
          </p:nvSpPr>
          <p:spPr>
            <a:xfrm>
              <a:off x="2861280" y="852840"/>
              <a:ext cx="424800" cy="376560"/>
            </a:xfrm>
            <a:custGeom>
              <a:avLst/>
              <a:gdLst/>
              <a:ahLst/>
              <a:cxnLst/>
              <a:rect l="l" t="t" r="r" b="b"/>
              <a:pathLst>
                <a:path w="1180" h="1046" extrusionOk="0">
                  <a:moveTo>
                    <a:pt x="1180" y="313"/>
                  </a:moveTo>
                  <a:cubicBezTo>
                    <a:pt x="1180" y="140"/>
                    <a:pt x="1040" y="0"/>
                    <a:pt x="867" y="0"/>
                  </a:cubicBezTo>
                  <a:cubicBezTo>
                    <a:pt x="728" y="0"/>
                    <a:pt x="610" y="92"/>
                    <a:pt x="570" y="218"/>
                  </a:cubicBezTo>
                  <a:lnTo>
                    <a:pt x="569" y="218"/>
                  </a:lnTo>
                  <a:lnTo>
                    <a:pt x="548" y="271"/>
                  </a:lnTo>
                  <a:cubicBezTo>
                    <a:pt x="497" y="401"/>
                    <a:pt x="399" y="506"/>
                    <a:pt x="276" y="567"/>
                  </a:cubicBezTo>
                  <a:cubicBezTo>
                    <a:pt x="261" y="575"/>
                    <a:pt x="204" y="586"/>
                    <a:pt x="188" y="592"/>
                  </a:cubicBezTo>
                  <a:lnTo>
                    <a:pt x="188" y="592"/>
                  </a:lnTo>
                  <a:cubicBezTo>
                    <a:pt x="81" y="611"/>
                    <a:pt x="0" y="704"/>
                    <a:pt x="0" y="817"/>
                  </a:cubicBezTo>
                  <a:cubicBezTo>
                    <a:pt x="0" y="943"/>
                    <a:pt x="102" y="1046"/>
                    <a:pt x="229" y="1046"/>
                  </a:cubicBezTo>
                  <a:cubicBezTo>
                    <a:pt x="310" y="1046"/>
                    <a:pt x="381" y="1003"/>
                    <a:pt x="422" y="939"/>
                  </a:cubicBezTo>
                  <a:lnTo>
                    <a:pt x="422" y="939"/>
                  </a:lnTo>
                  <a:lnTo>
                    <a:pt x="479" y="869"/>
                  </a:lnTo>
                  <a:cubicBezTo>
                    <a:pt x="550" y="781"/>
                    <a:pt x="642" y="714"/>
                    <a:pt x="746" y="673"/>
                  </a:cubicBezTo>
                  <a:lnTo>
                    <a:pt x="926" y="620"/>
                  </a:lnTo>
                  <a:cubicBezTo>
                    <a:pt x="946" y="616"/>
                    <a:pt x="966" y="610"/>
                    <a:pt x="984" y="603"/>
                  </a:cubicBezTo>
                  <a:lnTo>
                    <a:pt x="985" y="603"/>
                  </a:lnTo>
                  <a:lnTo>
                    <a:pt x="985" y="603"/>
                  </a:lnTo>
                  <a:cubicBezTo>
                    <a:pt x="1099" y="556"/>
                    <a:pt x="1180" y="444"/>
                    <a:pt x="1180" y="3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4">
              <a:extLst>
                <a:ext uri="{FF2B5EF4-FFF2-40B4-BE49-F238E27FC236}">
                  <a16:creationId xmlns:a16="http://schemas.microsoft.com/office/drawing/2014/main" id="{54E57EAD-6563-73A0-E9A0-30799A920A8B}"/>
                </a:ext>
              </a:extLst>
            </p:cNvPr>
            <p:cNvSpPr/>
            <p:nvPr/>
          </p:nvSpPr>
          <p:spPr>
            <a:xfrm>
              <a:off x="3092760" y="879480"/>
              <a:ext cx="166680" cy="166680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68" y="68"/>
                  </a:moveTo>
                  <a:cubicBezTo>
                    <a:pt x="159" y="-22"/>
                    <a:pt x="305" y="-22"/>
                    <a:pt x="396" y="68"/>
                  </a:cubicBezTo>
                  <a:cubicBezTo>
                    <a:pt x="486" y="159"/>
                    <a:pt x="486" y="305"/>
                    <a:pt x="396" y="396"/>
                  </a:cubicBezTo>
                  <a:cubicBezTo>
                    <a:pt x="305" y="486"/>
                    <a:pt x="159" y="486"/>
                    <a:pt x="68" y="396"/>
                  </a:cubicBezTo>
                  <a:cubicBezTo>
                    <a:pt x="-22" y="305"/>
                    <a:pt x="-22" y="159"/>
                    <a:pt x="68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4">
              <a:extLst>
                <a:ext uri="{FF2B5EF4-FFF2-40B4-BE49-F238E27FC236}">
                  <a16:creationId xmlns:a16="http://schemas.microsoft.com/office/drawing/2014/main" id="{48BE3C40-C1D9-7CE4-F382-C9182464DFF8}"/>
                </a:ext>
              </a:extLst>
            </p:cNvPr>
            <p:cNvSpPr/>
            <p:nvPr/>
          </p:nvSpPr>
          <p:spPr>
            <a:xfrm>
              <a:off x="2861280" y="1049400"/>
              <a:ext cx="386640" cy="124920"/>
            </a:xfrm>
            <a:custGeom>
              <a:avLst/>
              <a:gdLst/>
              <a:ahLst/>
              <a:cxnLst/>
              <a:rect l="l" t="t" r="r" b="b"/>
              <a:pathLst>
                <a:path w="1074" h="347" extrusionOk="0">
                  <a:moveTo>
                    <a:pt x="812" y="49"/>
                  </a:moveTo>
                  <a:cubicBezTo>
                    <a:pt x="663" y="17"/>
                    <a:pt x="480" y="214"/>
                    <a:pt x="480" y="214"/>
                  </a:cubicBezTo>
                  <a:lnTo>
                    <a:pt x="7" y="214"/>
                  </a:lnTo>
                  <a:cubicBezTo>
                    <a:pt x="2" y="232"/>
                    <a:pt x="0" y="251"/>
                    <a:pt x="0" y="271"/>
                  </a:cubicBezTo>
                  <a:cubicBezTo>
                    <a:pt x="0" y="298"/>
                    <a:pt x="5" y="323"/>
                    <a:pt x="13" y="347"/>
                  </a:cubicBezTo>
                  <a:lnTo>
                    <a:pt x="466" y="338"/>
                  </a:lnTo>
                  <a:lnTo>
                    <a:pt x="479" y="323"/>
                  </a:lnTo>
                  <a:cubicBezTo>
                    <a:pt x="550" y="235"/>
                    <a:pt x="642" y="168"/>
                    <a:pt x="746" y="127"/>
                  </a:cubicBezTo>
                  <a:lnTo>
                    <a:pt x="926" y="74"/>
                  </a:lnTo>
                  <a:cubicBezTo>
                    <a:pt x="946" y="70"/>
                    <a:pt x="966" y="64"/>
                    <a:pt x="984" y="57"/>
                  </a:cubicBezTo>
                  <a:lnTo>
                    <a:pt x="985" y="57"/>
                  </a:lnTo>
                  <a:lnTo>
                    <a:pt x="985" y="57"/>
                  </a:lnTo>
                  <a:cubicBezTo>
                    <a:pt x="1018" y="43"/>
                    <a:pt x="1048" y="24"/>
                    <a:pt x="1074" y="0"/>
                  </a:cubicBezTo>
                  <a:cubicBezTo>
                    <a:pt x="984" y="57"/>
                    <a:pt x="926" y="74"/>
                    <a:pt x="812" y="49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4">
              <a:extLst>
                <a:ext uri="{FF2B5EF4-FFF2-40B4-BE49-F238E27FC236}">
                  <a16:creationId xmlns:a16="http://schemas.microsoft.com/office/drawing/2014/main" id="{28EE679A-8B64-8825-23D3-85FDA996B4FD}"/>
                </a:ext>
              </a:extLst>
            </p:cNvPr>
            <p:cNvSpPr/>
            <p:nvPr/>
          </p:nvSpPr>
          <p:spPr>
            <a:xfrm>
              <a:off x="2852640" y="632880"/>
              <a:ext cx="128520" cy="128880"/>
            </a:xfrm>
            <a:custGeom>
              <a:avLst/>
              <a:gdLst/>
              <a:ahLst/>
              <a:cxnLst/>
              <a:rect l="l" t="t" r="r" b="b"/>
              <a:pathLst>
                <a:path w="357" h="358" extrusionOk="0">
                  <a:moveTo>
                    <a:pt x="52" y="53"/>
                  </a:moveTo>
                  <a:cubicBezTo>
                    <a:pt x="122" y="-17"/>
                    <a:pt x="235" y="-17"/>
                    <a:pt x="305" y="53"/>
                  </a:cubicBezTo>
                  <a:cubicBezTo>
                    <a:pt x="375" y="123"/>
                    <a:pt x="375" y="236"/>
                    <a:pt x="305" y="306"/>
                  </a:cubicBezTo>
                  <a:cubicBezTo>
                    <a:pt x="235" y="375"/>
                    <a:pt x="122" y="375"/>
                    <a:pt x="52" y="306"/>
                  </a:cubicBezTo>
                  <a:cubicBezTo>
                    <a:pt x="-17" y="236"/>
                    <a:pt x="-17" y="123"/>
                    <a:pt x="52" y="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4">
              <a:extLst>
                <a:ext uri="{FF2B5EF4-FFF2-40B4-BE49-F238E27FC236}">
                  <a16:creationId xmlns:a16="http://schemas.microsoft.com/office/drawing/2014/main" id="{E16C998F-6098-CF0F-2C50-7A1ED37BF663}"/>
                </a:ext>
              </a:extLst>
            </p:cNvPr>
            <p:cNvSpPr/>
            <p:nvPr/>
          </p:nvSpPr>
          <p:spPr>
            <a:xfrm>
              <a:off x="2862720" y="561240"/>
              <a:ext cx="196920" cy="196920"/>
            </a:xfrm>
            <a:custGeom>
              <a:avLst/>
              <a:gdLst/>
              <a:ahLst/>
              <a:cxnLst/>
              <a:rect l="l" t="t" r="r" b="b"/>
              <a:pathLst>
                <a:path w="547" h="547" extrusionOk="0">
                  <a:moveTo>
                    <a:pt x="525" y="243"/>
                  </a:moveTo>
                  <a:lnTo>
                    <a:pt x="262" y="506"/>
                  </a:lnTo>
                  <a:cubicBezTo>
                    <a:pt x="207" y="561"/>
                    <a:pt x="116" y="561"/>
                    <a:pt x="60" y="506"/>
                  </a:cubicBezTo>
                  <a:lnTo>
                    <a:pt x="41" y="487"/>
                  </a:lnTo>
                  <a:cubicBezTo>
                    <a:pt x="-14" y="431"/>
                    <a:pt x="-14" y="340"/>
                    <a:pt x="41" y="285"/>
                  </a:cubicBezTo>
                  <a:lnTo>
                    <a:pt x="304" y="22"/>
                  </a:lnTo>
                  <a:cubicBezTo>
                    <a:pt x="333" y="-7"/>
                    <a:pt x="381" y="-7"/>
                    <a:pt x="410" y="22"/>
                  </a:cubicBezTo>
                  <a:lnTo>
                    <a:pt x="525" y="137"/>
                  </a:lnTo>
                  <a:cubicBezTo>
                    <a:pt x="554" y="166"/>
                    <a:pt x="554" y="214"/>
                    <a:pt x="525" y="2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4">
              <a:extLst>
                <a:ext uri="{FF2B5EF4-FFF2-40B4-BE49-F238E27FC236}">
                  <a16:creationId xmlns:a16="http://schemas.microsoft.com/office/drawing/2014/main" id="{1F0FDED0-4CDB-FB3E-1AF9-1D56A077D264}"/>
                </a:ext>
              </a:extLst>
            </p:cNvPr>
            <p:cNvSpPr/>
            <p:nvPr/>
          </p:nvSpPr>
          <p:spPr>
            <a:xfrm>
              <a:off x="3016800" y="465480"/>
              <a:ext cx="140400" cy="140760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390" y="103"/>
                  </a:moveTo>
                  <a:lnTo>
                    <a:pt x="102" y="391"/>
                  </a:lnTo>
                  <a:lnTo>
                    <a:pt x="0" y="288"/>
                  </a:lnTo>
                  <a:lnTo>
                    <a:pt x="288" y="0"/>
                  </a:lnTo>
                  <a:lnTo>
                    <a:pt x="390" y="10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4">
              <a:extLst>
                <a:ext uri="{FF2B5EF4-FFF2-40B4-BE49-F238E27FC236}">
                  <a16:creationId xmlns:a16="http://schemas.microsoft.com/office/drawing/2014/main" id="{A4684DDD-37BE-2BF1-CE11-B898763C198C}"/>
                </a:ext>
              </a:extLst>
            </p:cNvPr>
            <p:cNvSpPr/>
            <p:nvPr/>
          </p:nvSpPr>
          <p:spPr>
            <a:xfrm>
              <a:off x="3030480" y="488880"/>
              <a:ext cx="102240" cy="104400"/>
            </a:xfrm>
            <a:custGeom>
              <a:avLst/>
              <a:gdLst/>
              <a:ahLst/>
              <a:cxnLst/>
              <a:rect l="l" t="t" r="r" b="b"/>
              <a:pathLst>
                <a:path w="284" h="290" extrusionOk="0">
                  <a:moveTo>
                    <a:pt x="0" y="185"/>
                  </a:moveTo>
                  <a:lnTo>
                    <a:pt x="100" y="290"/>
                  </a:lnTo>
                  <a:lnTo>
                    <a:pt x="284" y="106"/>
                  </a:lnTo>
                  <a:lnTo>
                    <a:pt x="185" y="0"/>
                  </a:lnTo>
                  <a:cubicBezTo>
                    <a:pt x="185" y="0"/>
                    <a:pt x="174" y="29"/>
                    <a:pt x="218" y="86"/>
                  </a:cubicBezTo>
                  <a:cubicBezTo>
                    <a:pt x="233" y="105"/>
                    <a:pt x="117" y="209"/>
                    <a:pt x="103" y="211"/>
                  </a:cubicBezTo>
                  <a:cubicBezTo>
                    <a:pt x="90" y="212"/>
                    <a:pt x="29" y="178"/>
                    <a:pt x="0" y="185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4">
              <a:extLst>
                <a:ext uri="{FF2B5EF4-FFF2-40B4-BE49-F238E27FC236}">
                  <a16:creationId xmlns:a16="http://schemas.microsoft.com/office/drawing/2014/main" id="{D52DB60E-1A03-EE42-F525-FC771B2A4114}"/>
                </a:ext>
              </a:extLst>
            </p:cNvPr>
            <p:cNvSpPr/>
            <p:nvPr/>
          </p:nvSpPr>
          <p:spPr>
            <a:xfrm>
              <a:off x="2991240" y="55332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95" y="173"/>
                  </a:moveTo>
                  <a:lnTo>
                    <a:pt x="174" y="194"/>
                  </a:lnTo>
                  <a:cubicBezTo>
                    <a:pt x="150" y="218"/>
                    <a:pt x="112" y="218"/>
                    <a:pt x="88" y="194"/>
                  </a:cubicBezTo>
                  <a:lnTo>
                    <a:pt x="18" y="124"/>
                  </a:lnTo>
                  <a:cubicBezTo>
                    <a:pt x="-6" y="101"/>
                    <a:pt x="-6" y="62"/>
                    <a:pt x="18" y="38"/>
                  </a:cubicBezTo>
                  <a:lnTo>
                    <a:pt x="39" y="17"/>
                  </a:lnTo>
                  <a:cubicBezTo>
                    <a:pt x="63" y="-6"/>
                    <a:pt x="101" y="-6"/>
                    <a:pt x="125" y="17"/>
                  </a:cubicBezTo>
                  <a:lnTo>
                    <a:pt x="195" y="87"/>
                  </a:lnTo>
                  <a:cubicBezTo>
                    <a:pt x="219" y="111"/>
                    <a:pt x="219" y="149"/>
                    <a:pt x="195" y="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4">
              <a:extLst>
                <a:ext uri="{FF2B5EF4-FFF2-40B4-BE49-F238E27FC236}">
                  <a16:creationId xmlns:a16="http://schemas.microsoft.com/office/drawing/2014/main" id="{E7CAE344-49E7-834E-2961-E7945B238244}"/>
                </a:ext>
              </a:extLst>
            </p:cNvPr>
            <p:cNvSpPr/>
            <p:nvPr/>
          </p:nvSpPr>
          <p:spPr>
            <a:xfrm>
              <a:off x="3103560" y="341640"/>
              <a:ext cx="180720" cy="180360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42" y="481"/>
                  </a:moveTo>
                  <a:lnTo>
                    <a:pt x="463" y="260"/>
                  </a:lnTo>
                  <a:cubicBezTo>
                    <a:pt x="515" y="208"/>
                    <a:pt x="515" y="123"/>
                    <a:pt x="463" y="71"/>
                  </a:cubicBezTo>
                  <a:lnTo>
                    <a:pt x="431" y="39"/>
                  </a:lnTo>
                  <a:cubicBezTo>
                    <a:pt x="379" y="-13"/>
                    <a:pt x="294" y="-13"/>
                    <a:pt x="242" y="39"/>
                  </a:cubicBezTo>
                  <a:lnTo>
                    <a:pt x="21" y="260"/>
                  </a:lnTo>
                  <a:cubicBezTo>
                    <a:pt x="-6" y="287"/>
                    <a:pt x="-6" y="332"/>
                    <a:pt x="21" y="360"/>
                  </a:cubicBezTo>
                  <a:lnTo>
                    <a:pt x="142" y="481"/>
                  </a:lnTo>
                  <a:cubicBezTo>
                    <a:pt x="170" y="508"/>
                    <a:pt x="215" y="508"/>
                    <a:pt x="242" y="4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4">
              <a:extLst>
                <a:ext uri="{FF2B5EF4-FFF2-40B4-BE49-F238E27FC236}">
                  <a16:creationId xmlns:a16="http://schemas.microsoft.com/office/drawing/2014/main" id="{314D25DE-1AA9-AFD9-EC43-E519E367E39A}"/>
                </a:ext>
              </a:extLst>
            </p:cNvPr>
            <p:cNvSpPr/>
            <p:nvPr/>
          </p:nvSpPr>
          <p:spPr>
            <a:xfrm>
              <a:off x="3096000" y="45324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74" y="195"/>
                  </a:moveTo>
                  <a:lnTo>
                    <a:pt x="195" y="174"/>
                  </a:lnTo>
                  <a:cubicBezTo>
                    <a:pt x="219" y="150"/>
                    <a:pt x="219" y="111"/>
                    <a:pt x="195" y="88"/>
                  </a:cubicBezTo>
                  <a:lnTo>
                    <a:pt x="125" y="18"/>
                  </a:lnTo>
                  <a:cubicBezTo>
                    <a:pt x="102" y="-6"/>
                    <a:pt x="63" y="-6"/>
                    <a:pt x="39" y="18"/>
                  </a:cubicBezTo>
                  <a:lnTo>
                    <a:pt x="18" y="39"/>
                  </a:lnTo>
                  <a:cubicBezTo>
                    <a:pt x="-5" y="63"/>
                    <a:pt x="-5" y="101"/>
                    <a:pt x="18" y="125"/>
                  </a:cubicBezTo>
                  <a:lnTo>
                    <a:pt x="88" y="195"/>
                  </a:lnTo>
                  <a:cubicBezTo>
                    <a:pt x="112" y="218"/>
                    <a:pt x="150" y="218"/>
                    <a:pt x="174" y="1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4">
              <a:extLst>
                <a:ext uri="{FF2B5EF4-FFF2-40B4-BE49-F238E27FC236}">
                  <a16:creationId xmlns:a16="http://schemas.microsoft.com/office/drawing/2014/main" id="{7474D653-05CC-4821-5C76-3AE44DC3DF76}"/>
                </a:ext>
              </a:extLst>
            </p:cNvPr>
            <p:cNvSpPr/>
            <p:nvPr/>
          </p:nvSpPr>
          <p:spPr>
            <a:xfrm>
              <a:off x="3166560" y="341640"/>
              <a:ext cx="138960" cy="138960"/>
            </a:xfrm>
            <a:custGeom>
              <a:avLst/>
              <a:gdLst/>
              <a:ahLst/>
              <a:cxnLst/>
              <a:rect l="l" t="t" r="r" b="b"/>
              <a:pathLst>
                <a:path w="386" h="386" extrusionOk="0">
                  <a:moveTo>
                    <a:pt x="386" y="193"/>
                  </a:moveTo>
                  <a:cubicBezTo>
                    <a:pt x="386" y="299"/>
                    <a:pt x="300" y="386"/>
                    <a:pt x="193" y="386"/>
                  </a:cubicBezTo>
                  <a:cubicBezTo>
                    <a:pt x="87" y="386"/>
                    <a:pt x="0" y="299"/>
                    <a:pt x="0" y="193"/>
                  </a:cubicBezTo>
                  <a:cubicBezTo>
                    <a:pt x="0" y="86"/>
                    <a:pt x="87" y="0"/>
                    <a:pt x="193" y="0"/>
                  </a:cubicBezTo>
                  <a:cubicBezTo>
                    <a:pt x="300" y="0"/>
                    <a:pt x="386" y="86"/>
                    <a:pt x="386" y="1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4">
              <a:extLst>
                <a:ext uri="{FF2B5EF4-FFF2-40B4-BE49-F238E27FC236}">
                  <a16:creationId xmlns:a16="http://schemas.microsoft.com/office/drawing/2014/main" id="{8E5A667A-B793-2CAE-3F9C-9D1B6A783B3D}"/>
                </a:ext>
              </a:extLst>
            </p:cNvPr>
            <p:cNvSpPr/>
            <p:nvPr/>
          </p:nvSpPr>
          <p:spPr>
            <a:xfrm>
              <a:off x="3001320" y="56340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156" y="156"/>
                  </a:moveTo>
                  <a:lnTo>
                    <a:pt x="167" y="145"/>
                  </a:lnTo>
                  <a:cubicBezTo>
                    <a:pt x="184" y="128"/>
                    <a:pt x="188" y="104"/>
                    <a:pt x="181" y="83"/>
                  </a:cubicBezTo>
                  <a:cubicBezTo>
                    <a:pt x="181" y="83"/>
                    <a:pt x="170" y="128"/>
                    <a:pt x="139" y="112"/>
                  </a:cubicBezTo>
                  <a:cubicBezTo>
                    <a:pt x="125" y="106"/>
                    <a:pt x="0" y="0"/>
                    <a:pt x="0" y="0"/>
                  </a:cubicBezTo>
                  <a:lnTo>
                    <a:pt x="156" y="156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4">
              <a:extLst>
                <a:ext uri="{FF2B5EF4-FFF2-40B4-BE49-F238E27FC236}">
                  <a16:creationId xmlns:a16="http://schemas.microsoft.com/office/drawing/2014/main" id="{DA8A7A78-02F9-AF9D-CD93-F740FBA7EB92}"/>
                </a:ext>
              </a:extLst>
            </p:cNvPr>
            <p:cNvSpPr/>
            <p:nvPr/>
          </p:nvSpPr>
          <p:spPr>
            <a:xfrm>
              <a:off x="3096000" y="46368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3" y="70"/>
                  </a:moveTo>
                  <a:cubicBezTo>
                    <a:pt x="4" y="69"/>
                    <a:pt x="21" y="50"/>
                    <a:pt x="36" y="47"/>
                  </a:cubicBezTo>
                  <a:cubicBezTo>
                    <a:pt x="50" y="43"/>
                    <a:pt x="184" y="156"/>
                    <a:pt x="184" y="156"/>
                  </a:cubicBezTo>
                  <a:lnTo>
                    <a:pt x="184" y="156"/>
                  </a:lnTo>
                  <a:lnTo>
                    <a:pt x="29" y="0"/>
                  </a:lnTo>
                  <a:lnTo>
                    <a:pt x="18" y="10"/>
                  </a:lnTo>
                  <a:cubicBezTo>
                    <a:pt x="2" y="26"/>
                    <a:pt x="-3" y="49"/>
                    <a:pt x="3" y="7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4">
              <a:extLst>
                <a:ext uri="{FF2B5EF4-FFF2-40B4-BE49-F238E27FC236}">
                  <a16:creationId xmlns:a16="http://schemas.microsoft.com/office/drawing/2014/main" id="{145AEE3F-147B-FC25-121F-E0784C546773}"/>
                </a:ext>
              </a:extLst>
            </p:cNvPr>
            <p:cNvSpPr/>
            <p:nvPr/>
          </p:nvSpPr>
          <p:spPr>
            <a:xfrm>
              <a:off x="3172680" y="376560"/>
              <a:ext cx="132840" cy="104040"/>
            </a:xfrm>
            <a:custGeom>
              <a:avLst/>
              <a:gdLst/>
              <a:ahLst/>
              <a:cxnLst/>
              <a:rect l="l" t="t" r="r" b="b"/>
              <a:pathLst>
                <a:path w="369" h="289" extrusionOk="0">
                  <a:moveTo>
                    <a:pt x="344" y="0"/>
                  </a:moveTo>
                  <a:cubicBezTo>
                    <a:pt x="355" y="24"/>
                    <a:pt x="361" y="51"/>
                    <a:pt x="361" y="79"/>
                  </a:cubicBezTo>
                  <a:cubicBezTo>
                    <a:pt x="361" y="186"/>
                    <a:pt x="224" y="276"/>
                    <a:pt x="168" y="272"/>
                  </a:cubicBezTo>
                  <a:cubicBezTo>
                    <a:pt x="96" y="267"/>
                    <a:pt x="34" y="233"/>
                    <a:pt x="0" y="175"/>
                  </a:cubicBezTo>
                  <a:cubicBezTo>
                    <a:pt x="31" y="242"/>
                    <a:pt x="98" y="289"/>
                    <a:pt x="176" y="289"/>
                  </a:cubicBezTo>
                  <a:cubicBezTo>
                    <a:pt x="283" y="289"/>
                    <a:pt x="369" y="202"/>
                    <a:pt x="369" y="96"/>
                  </a:cubicBezTo>
                  <a:cubicBezTo>
                    <a:pt x="369" y="61"/>
                    <a:pt x="360" y="28"/>
                    <a:pt x="344" y="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4">
              <a:extLst>
                <a:ext uri="{FF2B5EF4-FFF2-40B4-BE49-F238E27FC236}">
                  <a16:creationId xmlns:a16="http://schemas.microsoft.com/office/drawing/2014/main" id="{47FD02F9-D5E1-7F74-085B-70FF95DDF60E}"/>
                </a:ext>
              </a:extLst>
            </p:cNvPr>
            <p:cNvSpPr/>
            <p:nvPr/>
          </p:nvSpPr>
          <p:spPr>
            <a:xfrm>
              <a:off x="3231000" y="399240"/>
              <a:ext cx="135000" cy="135360"/>
            </a:xfrm>
            <a:custGeom>
              <a:avLst/>
              <a:gdLst/>
              <a:ahLst/>
              <a:cxnLst/>
              <a:rect l="l" t="t" r="r" b="b"/>
              <a:pathLst>
                <a:path w="375" h="376" extrusionOk="0">
                  <a:moveTo>
                    <a:pt x="375" y="77"/>
                  </a:moveTo>
                  <a:lnTo>
                    <a:pt x="76" y="376"/>
                  </a:lnTo>
                  <a:lnTo>
                    <a:pt x="0" y="299"/>
                  </a:lnTo>
                  <a:lnTo>
                    <a:pt x="299" y="0"/>
                  </a:lnTo>
                  <a:lnTo>
                    <a:pt x="375" y="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4">
              <a:extLst>
                <a:ext uri="{FF2B5EF4-FFF2-40B4-BE49-F238E27FC236}">
                  <a16:creationId xmlns:a16="http://schemas.microsoft.com/office/drawing/2014/main" id="{AFDFC5E0-16EE-7665-88AB-46EB629A2A87}"/>
                </a:ext>
              </a:extLst>
            </p:cNvPr>
            <p:cNvSpPr/>
            <p:nvPr/>
          </p:nvSpPr>
          <p:spPr>
            <a:xfrm>
              <a:off x="2838600" y="1152360"/>
              <a:ext cx="322560" cy="38520"/>
            </a:xfrm>
            <a:custGeom>
              <a:avLst/>
              <a:gdLst/>
              <a:ahLst/>
              <a:cxnLst/>
              <a:rect l="l" t="t" r="r" b="b"/>
              <a:pathLst>
                <a:path w="896" h="107" extrusionOk="0">
                  <a:moveTo>
                    <a:pt x="896" y="0"/>
                  </a:moveTo>
                  <a:lnTo>
                    <a:pt x="0" y="0"/>
                  </a:lnTo>
                  <a:lnTo>
                    <a:pt x="0" y="107"/>
                  </a:lnTo>
                  <a:lnTo>
                    <a:pt x="896" y="107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4">
              <a:extLst>
                <a:ext uri="{FF2B5EF4-FFF2-40B4-BE49-F238E27FC236}">
                  <a16:creationId xmlns:a16="http://schemas.microsoft.com/office/drawing/2014/main" id="{70620651-5098-7DE8-29B8-0CB697B5E61B}"/>
                </a:ext>
              </a:extLst>
            </p:cNvPr>
            <p:cNvSpPr/>
            <p:nvPr/>
          </p:nvSpPr>
          <p:spPr>
            <a:xfrm>
              <a:off x="2905920" y="1087920"/>
              <a:ext cx="64440" cy="64440"/>
            </a:xfrm>
            <a:custGeom>
              <a:avLst/>
              <a:gdLst/>
              <a:ahLst/>
              <a:cxnLst/>
              <a:rect l="l" t="t" r="r" b="b"/>
              <a:pathLst>
                <a:path w="179" h="179" extrusionOk="0">
                  <a:moveTo>
                    <a:pt x="138" y="0"/>
                  </a:moveTo>
                  <a:lnTo>
                    <a:pt x="41" y="0"/>
                  </a:lnTo>
                  <a:cubicBezTo>
                    <a:pt x="18" y="0"/>
                    <a:pt x="0" y="18"/>
                    <a:pt x="0" y="41"/>
                  </a:cubicBezTo>
                  <a:lnTo>
                    <a:pt x="0" y="179"/>
                  </a:lnTo>
                  <a:lnTo>
                    <a:pt x="179" y="179"/>
                  </a:lnTo>
                  <a:lnTo>
                    <a:pt x="179" y="41"/>
                  </a:lnTo>
                  <a:cubicBezTo>
                    <a:pt x="179" y="1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4">
              <a:extLst>
                <a:ext uri="{FF2B5EF4-FFF2-40B4-BE49-F238E27FC236}">
                  <a16:creationId xmlns:a16="http://schemas.microsoft.com/office/drawing/2014/main" id="{A75D4962-D587-6A3D-B37F-D69B616AE2E2}"/>
                </a:ext>
              </a:extLst>
            </p:cNvPr>
            <p:cNvSpPr/>
            <p:nvPr/>
          </p:nvSpPr>
          <p:spPr>
            <a:xfrm>
              <a:off x="3288960" y="457560"/>
              <a:ext cx="131040" cy="130680"/>
            </a:xfrm>
            <a:custGeom>
              <a:avLst/>
              <a:gdLst/>
              <a:ahLst/>
              <a:cxnLst/>
              <a:rect l="l" t="t" r="r" b="b"/>
              <a:pathLst>
                <a:path w="364" h="363" extrusionOk="0">
                  <a:moveTo>
                    <a:pt x="364" y="99"/>
                  </a:moveTo>
                  <a:lnTo>
                    <a:pt x="219" y="219"/>
                  </a:lnTo>
                  <a:lnTo>
                    <a:pt x="100" y="363"/>
                  </a:lnTo>
                  <a:lnTo>
                    <a:pt x="37" y="326"/>
                  </a:lnTo>
                  <a:lnTo>
                    <a:pt x="0" y="264"/>
                  </a:lnTo>
                  <a:lnTo>
                    <a:pt x="132" y="132"/>
                  </a:lnTo>
                  <a:lnTo>
                    <a:pt x="264" y="0"/>
                  </a:lnTo>
                  <a:lnTo>
                    <a:pt x="327" y="37"/>
                  </a:lnTo>
                  <a:lnTo>
                    <a:pt x="364" y="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4">
              <a:extLst>
                <a:ext uri="{FF2B5EF4-FFF2-40B4-BE49-F238E27FC236}">
                  <a16:creationId xmlns:a16="http://schemas.microsoft.com/office/drawing/2014/main" id="{12D3AE32-4F3F-AA9E-F8AB-90B480A2EB2B}"/>
                </a:ext>
              </a:extLst>
            </p:cNvPr>
            <p:cNvSpPr/>
            <p:nvPr/>
          </p:nvSpPr>
          <p:spPr>
            <a:xfrm>
              <a:off x="3268800" y="437040"/>
              <a:ext cx="99360" cy="9936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34"/>
                  </a:moveTo>
                  <a:lnTo>
                    <a:pt x="34" y="276"/>
                  </a:lnTo>
                  <a:lnTo>
                    <a:pt x="0" y="242"/>
                  </a:lnTo>
                  <a:lnTo>
                    <a:pt x="242" y="0"/>
                  </a:lnTo>
                  <a:lnTo>
                    <a:pt x="276" y="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4">
              <a:extLst>
                <a:ext uri="{FF2B5EF4-FFF2-40B4-BE49-F238E27FC236}">
                  <a16:creationId xmlns:a16="http://schemas.microsoft.com/office/drawing/2014/main" id="{3EE3E805-50AD-F0E9-9E25-F03A46319B40}"/>
                </a:ext>
              </a:extLst>
            </p:cNvPr>
            <p:cNvSpPr/>
            <p:nvPr/>
          </p:nvSpPr>
          <p:spPr>
            <a:xfrm>
              <a:off x="3295080" y="463680"/>
              <a:ext cx="70560" cy="7056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96" y="33"/>
                  </a:moveTo>
                  <a:lnTo>
                    <a:pt x="34" y="196"/>
                  </a:lnTo>
                  <a:lnTo>
                    <a:pt x="0" y="162"/>
                  </a:lnTo>
                  <a:lnTo>
                    <a:pt x="162" y="0"/>
                  </a:lnTo>
                  <a:lnTo>
                    <a:pt x="196" y="3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5550" rIns="90000" bIns="25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4">
              <a:extLst>
                <a:ext uri="{FF2B5EF4-FFF2-40B4-BE49-F238E27FC236}">
                  <a16:creationId xmlns:a16="http://schemas.microsoft.com/office/drawing/2014/main" id="{6D2FC486-DBB8-B11D-9D88-9FB07F8D2E10}"/>
                </a:ext>
              </a:extLst>
            </p:cNvPr>
            <p:cNvSpPr/>
            <p:nvPr/>
          </p:nvSpPr>
          <p:spPr>
            <a:xfrm>
              <a:off x="3302640" y="574560"/>
              <a:ext cx="25200" cy="85680"/>
            </a:xfrm>
            <a:custGeom>
              <a:avLst/>
              <a:gdLst/>
              <a:ahLst/>
              <a:cxnLst/>
              <a:rect l="l" t="t" r="r" b="b"/>
              <a:pathLst>
                <a:path w="70" h="238" extrusionOk="0">
                  <a:moveTo>
                    <a:pt x="70" y="0"/>
                  </a:moveTo>
                  <a:lnTo>
                    <a:pt x="0" y="0"/>
                  </a:lnTo>
                  <a:lnTo>
                    <a:pt x="0" y="238"/>
                  </a:lnTo>
                  <a:lnTo>
                    <a:pt x="70" y="23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4">
              <a:extLst>
                <a:ext uri="{FF2B5EF4-FFF2-40B4-BE49-F238E27FC236}">
                  <a16:creationId xmlns:a16="http://schemas.microsoft.com/office/drawing/2014/main" id="{EF9C1659-3D90-E4E8-D38F-CCEA39622392}"/>
                </a:ext>
              </a:extLst>
            </p:cNvPr>
            <p:cNvSpPr/>
            <p:nvPr/>
          </p:nvSpPr>
          <p:spPr>
            <a:xfrm>
              <a:off x="3301560" y="64116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121" h="121" extrusionOk="0">
                  <a:moveTo>
                    <a:pt x="103" y="17"/>
                  </a:moveTo>
                  <a:cubicBezTo>
                    <a:pt x="127" y="41"/>
                    <a:pt x="127" y="79"/>
                    <a:pt x="103" y="103"/>
                  </a:cubicBezTo>
                  <a:cubicBezTo>
                    <a:pt x="80" y="127"/>
                    <a:pt x="41" y="127"/>
                    <a:pt x="18" y="103"/>
                  </a:cubicBezTo>
                  <a:cubicBezTo>
                    <a:pt x="-6" y="79"/>
                    <a:pt x="-6" y="41"/>
                    <a:pt x="18" y="17"/>
                  </a:cubicBezTo>
                  <a:cubicBezTo>
                    <a:pt x="41" y="-6"/>
                    <a:pt x="80" y="-6"/>
                    <a:pt x="103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4">
              <a:extLst>
                <a:ext uri="{FF2B5EF4-FFF2-40B4-BE49-F238E27FC236}">
                  <a16:creationId xmlns:a16="http://schemas.microsoft.com/office/drawing/2014/main" id="{AB92F273-ADE7-2EB3-C85F-A1F9499943B3}"/>
                </a:ext>
              </a:extLst>
            </p:cNvPr>
            <p:cNvSpPr/>
            <p:nvPr/>
          </p:nvSpPr>
          <p:spPr>
            <a:xfrm>
              <a:off x="3317760" y="531720"/>
              <a:ext cx="87120" cy="163800"/>
            </a:xfrm>
            <a:custGeom>
              <a:avLst/>
              <a:gdLst/>
              <a:ahLst/>
              <a:cxnLst/>
              <a:rect l="l" t="t" r="r" b="b"/>
              <a:pathLst>
                <a:path w="242" h="455" extrusionOk="0">
                  <a:moveTo>
                    <a:pt x="238" y="455"/>
                  </a:moveTo>
                  <a:lnTo>
                    <a:pt x="0" y="402"/>
                  </a:lnTo>
                  <a:lnTo>
                    <a:pt x="120" y="0"/>
                  </a:lnTo>
                  <a:lnTo>
                    <a:pt x="137" y="5"/>
                  </a:lnTo>
                  <a:lnTo>
                    <a:pt x="23" y="388"/>
                  </a:lnTo>
                  <a:lnTo>
                    <a:pt x="242" y="437"/>
                  </a:lnTo>
                  <a:lnTo>
                    <a:pt x="238" y="4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4">
              <a:extLst>
                <a:ext uri="{FF2B5EF4-FFF2-40B4-BE49-F238E27FC236}">
                  <a16:creationId xmlns:a16="http://schemas.microsoft.com/office/drawing/2014/main" id="{B10FE2B4-B84C-097E-AC4A-7E45D35E775C}"/>
                </a:ext>
              </a:extLst>
            </p:cNvPr>
            <p:cNvSpPr/>
            <p:nvPr/>
          </p:nvSpPr>
          <p:spPr>
            <a:xfrm>
              <a:off x="3339720" y="628560"/>
              <a:ext cx="81720" cy="69120"/>
            </a:xfrm>
            <a:custGeom>
              <a:avLst/>
              <a:gdLst/>
              <a:ahLst/>
              <a:cxnLst/>
              <a:rect l="l" t="t" r="r" b="b"/>
              <a:pathLst>
                <a:path w="227" h="192" extrusionOk="0">
                  <a:moveTo>
                    <a:pt x="218" y="180"/>
                  </a:moveTo>
                  <a:lnTo>
                    <a:pt x="216" y="183"/>
                  </a:lnTo>
                  <a:cubicBezTo>
                    <a:pt x="204" y="195"/>
                    <a:pt x="185" y="195"/>
                    <a:pt x="173" y="183"/>
                  </a:cubicBezTo>
                  <a:lnTo>
                    <a:pt x="3" y="88"/>
                  </a:lnTo>
                  <a:cubicBezTo>
                    <a:pt x="-9" y="76"/>
                    <a:pt x="32" y="23"/>
                    <a:pt x="44" y="11"/>
                  </a:cubicBezTo>
                  <a:lnTo>
                    <a:pt x="47" y="9"/>
                  </a:lnTo>
                  <a:cubicBezTo>
                    <a:pt x="58" y="-3"/>
                    <a:pt x="78" y="-3"/>
                    <a:pt x="89" y="9"/>
                  </a:cubicBezTo>
                  <a:lnTo>
                    <a:pt x="218" y="138"/>
                  </a:lnTo>
                  <a:cubicBezTo>
                    <a:pt x="230" y="150"/>
                    <a:pt x="230" y="169"/>
                    <a:pt x="218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4100" rIns="90000" bIns="24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4">
              <a:extLst>
                <a:ext uri="{FF2B5EF4-FFF2-40B4-BE49-F238E27FC236}">
                  <a16:creationId xmlns:a16="http://schemas.microsoft.com/office/drawing/2014/main" id="{AC1116E8-193E-4576-1D6B-AFA6DD0AD4BE}"/>
                </a:ext>
              </a:extLst>
            </p:cNvPr>
            <p:cNvSpPr/>
            <p:nvPr/>
          </p:nvSpPr>
          <p:spPr>
            <a:xfrm>
              <a:off x="3328200" y="636120"/>
              <a:ext cx="42120" cy="42120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117" y="29"/>
                  </a:moveTo>
                  <a:lnTo>
                    <a:pt x="29" y="117"/>
                  </a:lnTo>
                  <a:lnTo>
                    <a:pt x="0" y="87"/>
                  </a:lnTo>
                  <a:lnTo>
                    <a:pt x="88" y="0"/>
                  </a:lnTo>
                  <a:lnTo>
                    <a:pt x="117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4">
              <a:extLst>
                <a:ext uri="{FF2B5EF4-FFF2-40B4-BE49-F238E27FC236}">
                  <a16:creationId xmlns:a16="http://schemas.microsoft.com/office/drawing/2014/main" id="{A305AB5D-1969-7F24-1BBA-1D66E8E4669C}"/>
                </a:ext>
              </a:extLst>
            </p:cNvPr>
            <p:cNvSpPr/>
            <p:nvPr/>
          </p:nvSpPr>
          <p:spPr>
            <a:xfrm>
              <a:off x="3406320" y="471240"/>
              <a:ext cx="85680" cy="25200"/>
            </a:xfrm>
            <a:custGeom>
              <a:avLst/>
              <a:gdLst/>
              <a:ahLst/>
              <a:cxnLst/>
              <a:rect l="l" t="t" r="r" b="b"/>
              <a:pathLst>
                <a:path w="238" h="70" extrusionOk="0">
                  <a:moveTo>
                    <a:pt x="238" y="70"/>
                  </a:moveTo>
                  <a:lnTo>
                    <a:pt x="0" y="70"/>
                  </a:lnTo>
                  <a:lnTo>
                    <a:pt x="0" y="0"/>
                  </a:lnTo>
                  <a:lnTo>
                    <a:pt x="238" y="0"/>
                  </a:lnTo>
                  <a:lnTo>
                    <a:pt x="238" y="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4">
              <a:extLst>
                <a:ext uri="{FF2B5EF4-FFF2-40B4-BE49-F238E27FC236}">
                  <a16:creationId xmlns:a16="http://schemas.microsoft.com/office/drawing/2014/main" id="{2DD41EA4-BC5C-BB48-98EA-3ABF6352F6D9}"/>
                </a:ext>
              </a:extLst>
            </p:cNvPr>
            <p:cNvSpPr/>
            <p:nvPr/>
          </p:nvSpPr>
          <p:spPr>
            <a:xfrm>
              <a:off x="3472560" y="470160"/>
              <a:ext cx="43200" cy="43560"/>
            </a:xfrm>
            <a:custGeom>
              <a:avLst/>
              <a:gdLst/>
              <a:ahLst/>
              <a:cxnLst/>
              <a:rect l="l" t="t" r="r" b="b"/>
              <a:pathLst>
                <a:path w="120" h="121" extrusionOk="0">
                  <a:moveTo>
                    <a:pt x="18" y="103"/>
                  </a:moveTo>
                  <a:cubicBezTo>
                    <a:pt x="41" y="127"/>
                    <a:pt x="79" y="127"/>
                    <a:pt x="102" y="103"/>
                  </a:cubicBezTo>
                  <a:cubicBezTo>
                    <a:pt x="126" y="79"/>
                    <a:pt x="126" y="41"/>
                    <a:pt x="102" y="17"/>
                  </a:cubicBezTo>
                  <a:cubicBezTo>
                    <a:pt x="79" y="-6"/>
                    <a:pt x="41" y="-6"/>
                    <a:pt x="18" y="17"/>
                  </a:cubicBezTo>
                  <a:cubicBezTo>
                    <a:pt x="-6" y="41"/>
                    <a:pt x="-6" y="79"/>
                    <a:pt x="18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4">
              <a:extLst>
                <a:ext uri="{FF2B5EF4-FFF2-40B4-BE49-F238E27FC236}">
                  <a16:creationId xmlns:a16="http://schemas.microsoft.com/office/drawing/2014/main" id="{B1C30F61-F991-BF86-ACF4-07D2876B5AA8}"/>
                </a:ext>
              </a:extLst>
            </p:cNvPr>
            <p:cNvSpPr/>
            <p:nvPr/>
          </p:nvSpPr>
          <p:spPr>
            <a:xfrm>
              <a:off x="3363120" y="486000"/>
              <a:ext cx="163440" cy="87480"/>
            </a:xfrm>
            <a:custGeom>
              <a:avLst/>
              <a:gdLst/>
              <a:ahLst/>
              <a:cxnLst/>
              <a:rect l="l" t="t" r="r" b="b"/>
              <a:pathLst>
                <a:path w="454" h="243" extrusionOk="0">
                  <a:moveTo>
                    <a:pt x="437" y="243"/>
                  </a:moveTo>
                  <a:lnTo>
                    <a:pt x="388" y="23"/>
                  </a:lnTo>
                  <a:lnTo>
                    <a:pt x="5" y="138"/>
                  </a:lnTo>
                  <a:lnTo>
                    <a:pt x="0" y="121"/>
                  </a:lnTo>
                  <a:lnTo>
                    <a:pt x="401" y="0"/>
                  </a:lnTo>
                  <a:lnTo>
                    <a:pt x="454" y="239"/>
                  </a:lnTo>
                  <a:lnTo>
                    <a:pt x="437" y="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475" rIns="90000" bIns="42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4">
              <a:extLst>
                <a:ext uri="{FF2B5EF4-FFF2-40B4-BE49-F238E27FC236}">
                  <a16:creationId xmlns:a16="http://schemas.microsoft.com/office/drawing/2014/main" id="{4F1CC590-3819-4D8D-A9BB-E359AD65D387}"/>
                </a:ext>
              </a:extLst>
            </p:cNvPr>
            <p:cNvSpPr/>
            <p:nvPr/>
          </p:nvSpPr>
          <p:spPr>
            <a:xfrm>
              <a:off x="3459960" y="508320"/>
              <a:ext cx="69120" cy="81720"/>
            </a:xfrm>
            <a:custGeom>
              <a:avLst/>
              <a:gdLst/>
              <a:ahLst/>
              <a:cxnLst/>
              <a:rect l="l" t="t" r="r" b="b"/>
              <a:pathLst>
                <a:path w="192" h="227" extrusionOk="0">
                  <a:moveTo>
                    <a:pt x="180" y="218"/>
                  </a:moveTo>
                  <a:lnTo>
                    <a:pt x="183" y="215"/>
                  </a:lnTo>
                  <a:cubicBezTo>
                    <a:pt x="194" y="204"/>
                    <a:pt x="194" y="184"/>
                    <a:pt x="183" y="173"/>
                  </a:cubicBezTo>
                  <a:lnTo>
                    <a:pt x="88" y="2"/>
                  </a:lnTo>
                  <a:cubicBezTo>
                    <a:pt x="77" y="-9"/>
                    <a:pt x="24" y="32"/>
                    <a:pt x="12" y="44"/>
                  </a:cubicBezTo>
                  <a:lnTo>
                    <a:pt x="9" y="46"/>
                  </a:lnTo>
                  <a:cubicBezTo>
                    <a:pt x="-2" y="58"/>
                    <a:pt x="-2" y="77"/>
                    <a:pt x="9" y="89"/>
                  </a:cubicBezTo>
                  <a:lnTo>
                    <a:pt x="137" y="218"/>
                  </a:lnTo>
                  <a:cubicBezTo>
                    <a:pt x="149" y="230"/>
                    <a:pt x="168" y="230"/>
                    <a:pt x="180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4">
              <a:extLst>
                <a:ext uri="{FF2B5EF4-FFF2-40B4-BE49-F238E27FC236}">
                  <a16:creationId xmlns:a16="http://schemas.microsoft.com/office/drawing/2014/main" id="{668750C4-E6D3-8AB7-2365-04266E598842}"/>
                </a:ext>
              </a:extLst>
            </p:cNvPr>
            <p:cNvSpPr/>
            <p:nvPr/>
          </p:nvSpPr>
          <p:spPr>
            <a:xfrm>
              <a:off x="3467520" y="496440"/>
              <a:ext cx="41760" cy="42480"/>
            </a:xfrm>
            <a:custGeom>
              <a:avLst/>
              <a:gdLst/>
              <a:ahLst/>
              <a:cxnLst/>
              <a:rect l="l" t="t" r="r" b="b"/>
              <a:pathLst>
                <a:path w="116" h="118" extrusionOk="0">
                  <a:moveTo>
                    <a:pt x="29" y="118"/>
                  </a:moveTo>
                  <a:lnTo>
                    <a:pt x="116" y="30"/>
                  </a:lnTo>
                  <a:lnTo>
                    <a:pt x="87" y="0"/>
                  </a:lnTo>
                  <a:lnTo>
                    <a:pt x="0" y="88"/>
                  </a:lnTo>
                  <a:lnTo>
                    <a:pt x="29" y="1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4">
              <a:extLst>
                <a:ext uri="{FF2B5EF4-FFF2-40B4-BE49-F238E27FC236}">
                  <a16:creationId xmlns:a16="http://schemas.microsoft.com/office/drawing/2014/main" id="{A8CC56F7-4CFA-B470-0405-329200A4D376}"/>
                </a:ext>
              </a:extLst>
            </p:cNvPr>
            <p:cNvSpPr/>
            <p:nvPr/>
          </p:nvSpPr>
          <p:spPr>
            <a:xfrm>
              <a:off x="2725560" y="1190880"/>
              <a:ext cx="549000" cy="164880"/>
            </a:xfrm>
            <a:custGeom>
              <a:avLst/>
              <a:gdLst/>
              <a:ahLst/>
              <a:cxnLst/>
              <a:rect l="l" t="t" r="r" b="b"/>
              <a:pathLst>
                <a:path w="1525" h="458" extrusionOk="0">
                  <a:moveTo>
                    <a:pt x="0" y="458"/>
                  </a:moveTo>
                  <a:lnTo>
                    <a:pt x="1525" y="458"/>
                  </a:lnTo>
                  <a:lnTo>
                    <a:pt x="1355" y="0"/>
                  </a:lnTo>
                  <a:lnTo>
                    <a:pt x="170" y="0"/>
                  </a:lnTo>
                  <a:lnTo>
                    <a:pt x="0" y="4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4">
              <a:extLst>
                <a:ext uri="{FF2B5EF4-FFF2-40B4-BE49-F238E27FC236}">
                  <a16:creationId xmlns:a16="http://schemas.microsoft.com/office/drawing/2014/main" id="{705DA7DD-883F-01A3-8B8D-BA75417014F0}"/>
                </a:ext>
              </a:extLst>
            </p:cNvPr>
            <p:cNvSpPr/>
            <p:nvPr/>
          </p:nvSpPr>
          <p:spPr>
            <a:xfrm>
              <a:off x="2749680" y="1200240"/>
              <a:ext cx="59760" cy="144720"/>
            </a:xfrm>
            <a:custGeom>
              <a:avLst/>
              <a:gdLst/>
              <a:ahLst/>
              <a:cxnLst/>
              <a:rect l="l" t="t" r="r" b="b"/>
              <a:pathLst>
                <a:path w="166" h="402" extrusionOk="0">
                  <a:moveTo>
                    <a:pt x="166" y="0"/>
                  </a:moveTo>
                  <a:lnTo>
                    <a:pt x="166" y="402"/>
                  </a:lnTo>
                  <a:lnTo>
                    <a:pt x="0" y="402"/>
                  </a:lnTo>
                  <a:lnTo>
                    <a:pt x="13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4">
              <a:extLst>
                <a:ext uri="{FF2B5EF4-FFF2-40B4-BE49-F238E27FC236}">
                  <a16:creationId xmlns:a16="http://schemas.microsoft.com/office/drawing/2014/main" id="{85736C3E-6FAC-2AD8-4A3E-27C3951063E6}"/>
                </a:ext>
              </a:extLst>
            </p:cNvPr>
            <p:cNvSpPr/>
            <p:nvPr/>
          </p:nvSpPr>
          <p:spPr>
            <a:xfrm>
              <a:off x="3074400" y="120024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323" y="0"/>
                  </a:moveTo>
                  <a:lnTo>
                    <a:pt x="323" y="380"/>
                  </a:lnTo>
                  <a:lnTo>
                    <a:pt x="0" y="402"/>
                  </a:lnTo>
                  <a:lnTo>
                    <a:pt x="488" y="402"/>
                  </a:lnTo>
                  <a:lnTo>
                    <a:pt x="350" y="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4">
              <a:extLst>
                <a:ext uri="{FF2B5EF4-FFF2-40B4-BE49-F238E27FC236}">
                  <a16:creationId xmlns:a16="http://schemas.microsoft.com/office/drawing/2014/main" id="{B565EEBC-3EAA-85A2-12EC-7F7C6A6DBCDF}"/>
                </a:ext>
              </a:extLst>
            </p:cNvPr>
            <p:cNvSpPr/>
            <p:nvPr/>
          </p:nvSpPr>
          <p:spPr>
            <a:xfrm>
              <a:off x="2809440" y="120096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488" y="0"/>
                  </a:moveTo>
                  <a:lnTo>
                    <a:pt x="488" y="402"/>
                  </a:lnTo>
                  <a:lnTo>
                    <a:pt x="0" y="400"/>
                  </a:lnTo>
                  <a:lnTo>
                    <a:pt x="329" y="378"/>
                  </a:lnTo>
                  <a:lnTo>
                    <a:pt x="428" y="0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4">
              <a:extLst>
                <a:ext uri="{FF2B5EF4-FFF2-40B4-BE49-F238E27FC236}">
                  <a16:creationId xmlns:a16="http://schemas.microsoft.com/office/drawing/2014/main" id="{26C62062-6C3E-BBE2-79D9-6E4EB4657505}"/>
                </a:ext>
              </a:extLst>
            </p:cNvPr>
            <p:cNvSpPr/>
            <p:nvPr/>
          </p:nvSpPr>
          <p:spPr>
            <a:xfrm>
              <a:off x="3015000" y="1200960"/>
              <a:ext cx="59400" cy="144720"/>
            </a:xfrm>
            <a:custGeom>
              <a:avLst/>
              <a:gdLst/>
              <a:ahLst/>
              <a:cxnLst/>
              <a:rect l="l" t="t" r="r" b="b"/>
              <a:pathLst>
                <a:path w="165" h="402" extrusionOk="0">
                  <a:moveTo>
                    <a:pt x="0" y="0"/>
                  </a:moveTo>
                  <a:lnTo>
                    <a:pt x="0" y="402"/>
                  </a:lnTo>
                  <a:lnTo>
                    <a:pt x="165" y="400"/>
                  </a:lnTo>
                  <a:lnTo>
                    <a:pt x="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4">
              <a:extLst>
                <a:ext uri="{FF2B5EF4-FFF2-40B4-BE49-F238E27FC236}">
                  <a16:creationId xmlns:a16="http://schemas.microsoft.com/office/drawing/2014/main" id="{6D9B4E20-C3BE-9AC0-DBDF-1D7E1AC68A8B}"/>
                </a:ext>
              </a:extLst>
            </p:cNvPr>
            <p:cNvSpPr/>
            <p:nvPr/>
          </p:nvSpPr>
          <p:spPr>
            <a:xfrm>
              <a:off x="3036600" y="1200240"/>
              <a:ext cx="163800" cy="9720"/>
            </a:xfrm>
            <a:custGeom>
              <a:avLst/>
              <a:gdLst/>
              <a:ahLst/>
              <a:cxnLst/>
              <a:rect l="l" t="t" r="r" b="b"/>
              <a:pathLst>
                <a:path w="455" h="27" extrusionOk="0">
                  <a:moveTo>
                    <a:pt x="455" y="0"/>
                  </a:moveTo>
                  <a:lnTo>
                    <a:pt x="0" y="2"/>
                  </a:lnTo>
                  <a:lnTo>
                    <a:pt x="6" y="27"/>
                  </a:lnTo>
                  <a:lnTo>
                    <a:pt x="428" y="27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4">
              <a:extLst>
                <a:ext uri="{FF2B5EF4-FFF2-40B4-BE49-F238E27FC236}">
                  <a16:creationId xmlns:a16="http://schemas.microsoft.com/office/drawing/2014/main" id="{E6EEE261-6440-648A-9669-775F10359F0A}"/>
                </a:ext>
              </a:extLst>
            </p:cNvPr>
            <p:cNvSpPr/>
            <p:nvPr/>
          </p:nvSpPr>
          <p:spPr>
            <a:xfrm>
              <a:off x="2779560" y="1190880"/>
              <a:ext cx="441000" cy="10080"/>
            </a:xfrm>
            <a:custGeom>
              <a:avLst/>
              <a:gdLst/>
              <a:ahLst/>
              <a:cxnLst/>
              <a:rect l="l" t="t" r="r" b="b"/>
              <a:pathLst>
                <a:path w="1225" h="28" extrusionOk="0">
                  <a:moveTo>
                    <a:pt x="1225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225" y="0"/>
                  </a:lnTo>
                  <a:lnTo>
                    <a:pt x="1225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4">
              <a:extLst>
                <a:ext uri="{FF2B5EF4-FFF2-40B4-BE49-F238E27FC236}">
                  <a16:creationId xmlns:a16="http://schemas.microsoft.com/office/drawing/2014/main" id="{004586D2-9F96-7772-2B7C-B48B307E3EB1}"/>
                </a:ext>
              </a:extLst>
            </p:cNvPr>
            <p:cNvSpPr/>
            <p:nvPr/>
          </p:nvSpPr>
          <p:spPr>
            <a:xfrm>
              <a:off x="2719800" y="1345680"/>
              <a:ext cx="559080" cy="10080"/>
            </a:xfrm>
            <a:custGeom>
              <a:avLst/>
              <a:gdLst/>
              <a:ahLst/>
              <a:cxnLst/>
              <a:rect l="l" t="t" r="r" b="b"/>
              <a:pathLst>
                <a:path w="1553" h="28" extrusionOk="0">
                  <a:moveTo>
                    <a:pt x="1553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553" y="0"/>
                  </a:lnTo>
                  <a:lnTo>
                    <a:pt x="1553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4">
              <a:extLst>
                <a:ext uri="{FF2B5EF4-FFF2-40B4-BE49-F238E27FC236}">
                  <a16:creationId xmlns:a16="http://schemas.microsoft.com/office/drawing/2014/main" id="{6DB791D7-D3FC-F5DD-52E6-8D273450B5E0}"/>
                </a:ext>
              </a:extLst>
            </p:cNvPr>
            <p:cNvSpPr/>
            <p:nvPr/>
          </p:nvSpPr>
          <p:spPr>
            <a:xfrm>
              <a:off x="2800800" y="1200960"/>
              <a:ext cx="184320" cy="9000"/>
            </a:xfrm>
            <a:custGeom>
              <a:avLst/>
              <a:gdLst/>
              <a:ahLst/>
              <a:cxnLst/>
              <a:rect l="l" t="t" r="r" b="b"/>
              <a:pathLst>
                <a:path w="512" h="25" extrusionOk="0">
                  <a:moveTo>
                    <a:pt x="0" y="25"/>
                  </a:moveTo>
                  <a:lnTo>
                    <a:pt x="512" y="25"/>
                  </a:lnTo>
                  <a:lnTo>
                    <a:pt x="512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4">
              <a:extLst>
                <a:ext uri="{FF2B5EF4-FFF2-40B4-BE49-F238E27FC236}">
                  <a16:creationId xmlns:a16="http://schemas.microsoft.com/office/drawing/2014/main" id="{0F04D411-A809-D4A1-5415-4B9ECD7B5BC0}"/>
                </a:ext>
              </a:extLst>
            </p:cNvPr>
            <p:cNvSpPr/>
            <p:nvPr/>
          </p:nvSpPr>
          <p:spPr>
            <a:xfrm>
              <a:off x="2961360" y="1200960"/>
              <a:ext cx="77400" cy="9000"/>
            </a:xfrm>
            <a:custGeom>
              <a:avLst/>
              <a:gdLst/>
              <a:ahLst/>
              <a:cxnLst/>
              <a:rect l="l" t="t" r="r" b="b"/>
              <a:pathLst>
                <a:path w="215" h="25" extrusionOk="0">
                  <a:moveTo>
                    <a:pt x="0" y="25"/>
                  </a:moveTo>
                  <a:lnTo>
                    <a:pt x="66" y="6"/>
                  </a:lnTo>
                  <a:lnTo>
                    <a:pt x="149" y="6"/>
                  </a:lnTo>
                  <a:lnTo>
                    <a:pt x="215" y="25"/>
                  </a:lnTo>
                  <a:lnTo>
                    <a:pt x="209" y="0"/>
                  </a:lnTo>
                  <a:lnTo>
                    <a:pt x="6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4">
              <a:extLst>
                <a:ext uri="{FF2B5EF4-FFF2-40B4-BE49-F238E27FC236}">
                  <a16:creationId xmlns:a16="http://schemas.microsoft.com/office/drawing/2014/main" id="{50313414-48AC-61D6-EF19-33AB64E7DAB4}"/>
                </a:ext>
              </a:extLst>
            </p:cNvPr>
            <p:cNvSpPr/>
            <p:nvPr/>
          </p:nvSpPr>
          <p:spPr>
            <a:xfrm>
              <a:off x="2782080" y="1200960"/>
              <a:ext cx="27360" cy="9000"/>
            </a:xfrm>
            <a:custGeom>
              <a:avLst/>
              <a:gdLst/>
              <a:ahLst/>
              <a:cxnLst/>
              <a:rect l="l" t="t" r="r" b="b"/>
              <a:pathLst>
                <a:path w="76" h="25" extrusionOk="0">
                  <a:moveTo>
                    <a:pt x="76" y="25"/>
                  </a:moveTo>
                  <a:lnTo>
                    <a:pt x="46" y="6"/>
                  </a:lnTo>
                  <a:lnTo>
                    <a:pt x="0" y="6"/>
                  </a:lnTo>
                  <a:lnTo>
                    <a:pt x="3" y="0"/>
                  </a:lnTo>
                  <a:lnTo>
                    <a:pt x="76" y="0"/>
                  </a:lnTo>
                  <a:lnTo>
                    <a:pt x="76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4">
              <a:extLst>
                <a:ext uri="{FF2B5EF4-FFF2-40B4-BE49-F238E27FC236}">
                  <a16:creationId xmlns:a16="http://schemas.microsoft.com/office/drawing/2014/main" id="{8C535CB2-43A1-D0C9-7913-7FC49C9D92F0}"/>
                </a:ext>
              </a:extLst>
            </p:cNvPr>
            <p:cNvSpPr/>
            <p:nvPr/>
          </p:nvSpPr>
          <p:spPr>
            <a:xfrm>
              <a:off x="3190680" y="1200960"/>
              <a:ext cx="27000" cy="9000"/>
            </a:xfrm>
            <a:custGeom>
              <a:avLst/>
              <a:gdLst/>
              <a:ahLst/>
              <a:cxnLst/>
              <a:rect l="l" t="t" r="r" b="b"/>
              <a:pathLst>
                <a:path w="75" h="25" extrusionOk="0">
                  <a:moveTo>
                    <a:pt x="0" y="25"/>
                  </a:moveTo>
                  <a:lnTo>
                    <a:pt x="29" y="6"/>
                  </a:lnTo>
                  <a:lnTo>
                    <a:pt x="75" y="6"/>
                  </a:lnTo>
                  <a:lnTo>
                    <a:pt x="73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5" name="Google Shape;605;p44">
            <a:extLst>
              <a:ext uri="{FF2B5EF4-FFF2-40B4-BE49-F238E27FC236}">
                <a16:creationId xmlns:a16="http://schemas.microsoft.com/office/drawing/2014/main" id="{6FE33A34-D810-A059-9011-5BB2EA83870E}"/>
              </a:ext>
            </a:extLst>
          </p:cNvPr>
          <p:cNvGrpSpPr/>
          <p:nvPr/>
        </p:nvGrpSpPr>
        <p:grpSpPr>
          <a:xfrm>
            <a:off x="7196332" y="3406806"/>
            <a:ext cx="684662" cy="836146"/>
            <a:chOff x="4064760" y="1572120"/>
            <a:chExt cx="907920" cy="1108800"/>
          </a:xfrm>
        </p:grpSpPr>
        <p:sp>
          <p:nvSpPr>
            <p:cNvPr id="606" name="Google Shape;606;p44">
              <a:extLst>
                <a:ext uri="{FF2B5EF4-FFF2-40B4-BE49-F238E27FC236}">
                  <a16:creationId xmlns:a16="http://schemas.microsoft.com/office/drawing/2014/main" id="{D2695224-FEDA-6788-FC24-528056AFB227}"/>
                </a:ext>
              </a:extLst>
            </p:cNvPr>
            <p:cNvSpPr/>
            <p:nvPr/>
          </p:nvSpPr>
          <p:spPr>
            <a:xfrm>
              <a:off x="4194360" y="1598760"/>
              <a:ext cx="767520" cy="140400"/>
            </a:xfrm>
            <a:custGeom>
              <a:avLst/>
              <a:gdLst/>
              <a:ahLst/>
              <a:cxnLst/>
              <a:rect l="l" t="t" r="r" b="b"/>
              <a:pathLst>
                <a:path w="2132" h="390" extrusionOk="0">
                  <a:moveTo>
                    <a:pt x="2130" y="390"/>
                  </a:moveTo>
                  <a:lnTo>
                    <a:pt x="2132" y="378"/>
                  </a:lnTo>
                  <a:lnTo>
                    <a:pt x="3" y="0"/>
                  </a:lnTo>
                  <a:lnTo>
                    <a:pt x="0" y="12"/>
                  </a:lnTo>
                  <a:lnTo>
                    <a:pt x="1081" y="390"/>
                  </a:lnTo>
                  <a:lnTo>
                    <a:pt x="1085" y="378"/>
                  </a:lnTo>
                  <a:lnTo>
                    <a:pt x="80" y="26"/>
                  </a:lnTo>
                  <a:lnTo>
                    <a:pt x="2130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4">
              <a:extLst>
                <a:ext uri="{FF2B5EF4-FFF2-40B4-BE49-F238E27FC236}">
                  <a16:creationId xmlns:a16="http://schemas.microsoft.com/office/drawing/2014/main" id="{C7231002-EEDD-0B8E-9A53-2E55B6ABF701}"/>
                </a:ext>
              </a:extLst>
            </p:cNvPr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2427" y="76"/>
                  </a:moveTo>
                  <a:lnTo>
                    <a:pt x="0" y="76"/>
                  </a:lnTo>
                  <a:lnTo>
                    <a:pt x="0" y="0"/>
                  </a:lnTo>
                  <a:lnTo>
                    <a:pt x="2427" y="0"/>
                  </a:lnTo>
                  <a:lnTo>
                    <a:pt x="2427" y="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4">
              <a:extLst>
                <a:ext uri="{FF2B5EF4-FFF2-40B4-BE49-F238E27FC236}">
                  <a16:creationId xmlns:a16="http://schemas.microsoft.com/office/drawing/2014/main" id="{8D917158-3BFE-5001-546B-B3852AAA5A7D}"/>
                </a:ext>
              </a:extLst>
            </p:cNvPr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0" y="38"/>
                  </a:moveTo>
                  <a:lnTo>
                    <a:pt x="124" y="38"/>
                  </a:lnTo>
                  <a:lnTo>
                    <a:pt x="280" y="0"/>
                  </a:lnTo>
                  <a:lnTo>
                    <a:pt x="315" y="38"/>
                  </a:lnTo>
                  <a:lnTo>
                    <a:pt x="2427" y="38"/>
                  </a:lnTo>
                  <a:lnTo>
                    <a:pt x="2427" y="76"/>
                  </a:lnTo>
                  <a:lnTo>
                    <a:pt x="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4">
              <a:extLst>
                <a:ext uri="{FF2B5EF4-FFF2-40B4-BE49-F238E27FC236}">
                  <a16:creationId xmlns:a16="http://schemas.microsoft.com/office/drawing/2014/main" id="{975BDFA0-0D09-C43A-C6E3-CD9E0AEDDEFB}"/>
                </a:ext>
              </a:extLst>
            </p:cNvPr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0" y="2777"/>
                  </a:moveTo>
                  <a:lnTo>
                    <a:pt x="155" y="2777"/>
                  </a:lnTo>
                  <a:lnTo>
                    <a:pt x="155" y="0"/>
                  </a:lnTo>
                  <a:lnTo>
                    <a:pt x="0" y="0"/>
                  </a:lnTo>
                  <a:lnTo>
                    <a:pt x="0" y="27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4">
              <a:extLst>
                <a:ext uri="{FF2B5EF4-FFF2-40B4-BE49-F238E27FC236}">
                  <a16:creationId xmlns:a16="http://schemas.microsoft.com/office/drawing/2014/main" id="{7BCF695C-D0F8-9853-628B-1C3948BA9F2D}"/>
                </a:ext>
              </a:extLst>
            </p:cNvPr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44" y="0"/>
                  </a:moveTo>
                  <a:lnTo>
                    <a:pt x="0" y="0"/>
                  </a:lnTo>
                  <a:lnTo>
                    <a:pt x="0" y="2777"/>
                  </a:lnTo>
                  <a:lnTo>
                    <a:pt x="155" y="2777"/>
                  </a:lnTo>
                  <a:cubicBezTo>
                    <a:pt x="155" y="2777"/>
                    <a:pt x="44" y="2752"/>
                    <a:pt x="44" y="260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4">
              <a:extLst>
                <a:ext uri="{FF2B5EF4-FFF2-40B4-BE49-F238E27FC236}">
                  <a16:creationId xmlns:a16="http://schemas.microsoft.com/office/drawing/2014/main" id="{56634A97-DB50-881C-31CB-8316FB2DBC9D}"/>
                </a:ext>
              </a:extLst>
            </p:cNvPr>
            <p:cNvSpPr/>
            <p:nvPr/>
          </p:nvSpPr>
          <p:spPr>
            <a:xfrm>
              <a:off x="4064760" y="2588400"/>
              <a:ext cx="368280" cy="92520"/>
            </a:xfrm>
            <a:custGeom>
              <a:avLst/>
              <a:gdLst/>
              <a:ahLst/>
              <a:cxnLst/>
              <a:rect l="l" t="t" r="r" b="b"/>
              <a:pathLst>
                <a:path w="1023" h="257" extrusionOk="0">
                  <a:moveTo>
                    <a:pt x="0" y="257"/>
                  </a:moveTo>
                  <a:lnTo>
                    <a:pt x="1023" y="257"/>
                  </a:lnTo>
                  <a:lnTo>
                    <a:pt x="858" y="41"/>
                  </a:lnTo>
                  <a:cubicBezTo>
                    <a:pt x="838" y="16"/>
                    <a:pt x="808" y="0"/>
                    <a:pt x="775" y="0"/>
                  </a:cubicBezTo>
                  <a:lnTo>
                    <a:pt x="105" y="0"/>
                  </a:lnTo>
                  <a:cubicBezTo>
                    <a:pt x="47" y="0"/>
                    <a:pt x="0" y="47"/>
                    <a:pt x="0" y="105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4">
              <a:extLst>
                <a:ext uri="{FF2B5EF4-FFF2-40B4-BE49-F238E27FC236}">
                  <a16:creationId xmlns:a16="http://schemas.microsoft.com/office/drawing/2014/main" id="{A4109CDC-FA62-8FE3-41CA-62220A5A9665}"/>
                </a:ext>
              </a:extLst>
            </p:cNvPr>
            <p:cNvSpPr/>
            <p:nvPr/>
          </p:nvSpPr>
          <p:spPr>
            <a:xfrm>
              <a:off x="4132440" y="1572120"/>
              <a:ext cx="78840" cy="26640"/>
            </a:xfrm>
            <a:custGeom>
              <a:avLst/>
              <a:gdLst/>
              <a:ahLst/>
              <a:cxnLst/>
              <a:rect l="l" t="t" r="r" b="b"/>
              <a:pathLst>
                <a:path w="219" h="74" extrusionOk="0">
                  <a:moveTo>
                    <a:pt x="37" y="74"/>
                  </a:moveTo>
                  <a:lnTo>
                    <a:pt x="181" y="74"/>
                  </a:lnTo>
                  <a:cubicBezTo>
                    <a:pt x="202" y="74"/>
                    <a:pt x="219" y="57"/>
                    <a:pt x="219" y="36"/>
                  </a:cubicBezTo>
                  <a:cubicBezTo>
                    <a:pt x="219" y="16"/>
                    <a:pt x="202" y="0"/>
                    <a:pt x="181" y="0"/>
                  </a:cubicBezTo>
                  <a:lnTo>
                    <a:pt x="37" y="0"/>
                  </a:lnTo>
                  <a:cubicBezTo>
                    <a:pt x="17" y="0"/>
                    <a:pt x="0" y="16"/>
                    <a:pt x="0" y="36"/>
                  </a:cubicBezTo>
                  <a:cubicBezTo>
                    <a:pt x="0" y="57"/>
                    <a:pt x="17" y="74"/>
                    <a:pt x="37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4">
              <a:extLst>
                <a:ext uri="{FF2B5EF4-FFF2-40B4-BE49-F238E27FC236}">
                  <a16:creationId xmlns:a16="http://schemas.microsoft.com/office/drawing/2014/main" id="{1F509FC4-38D8-B24B-CCBF-EFB09E1E8918}"/>
                </a:ext>
              </a:extLst>
            </p:cNvPr>
            <p:cNvSpPr/>
            <p:nvPr/>
          </p:nvSpPr>
          <p:spPr>
            <a:xfrm>
              <a:off x="4694040" y="1793880"/>
              <a:ext cx="40680" cy="57960"/>
            </a:xfrm>
            <a:custGeom>
              <a:avLst/>
              <a:gdLst/>
              <a:ahLst/>
              <a:cxnLst/>
              <a:rect l="l" t="t" r="r" b="b"/>
              <a:pathLst>
                <a:path w="113" h="161" extrusionOk="0">
                  <a:moveTo>
                    <a:pt x="0" y="161"/>
                  </a:moveTo>
                  <a:lnTo>
                    <a:pt x="113" y="161"/>
                  </a:lnTo>
                  <a:lnTo>
                    <a:pt x="113" y="0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950" rIns="90000" bIns="12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4">
              <a:extLst>
                <a:ext uri="{FF2B5EF4-FFF2-40B4-BE49-F238E27FC236}">
                  <a16:creationId xmlns:a16="http://schemas.microsoft.com/office/drawing/2014/main" id="{E6D4A80A-905D-D58F-C2CB-075A56D29697}"/>
                </a:ext>
              </a:extLst>
            </p:cNvPr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0" y="945"/>
                  </a:moveTo>
                  <a:lnTo>
                    <a:pt x="303" y="945"/>
                  </a:lnTo>
                  <a:lnTo>
                    <a:pt x="303" y="0"/>
                  </a:lnTo>
                  <a:lnTo>
                    <a:pt x="0" y="0"/>
                  </a:lnTo>
                  <a:lnTo>
                    <a:pt x="0" y="9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4">
              <a:extLst>
                <a:ext uri="{FF2B5EF4-FFF2-40B4-BE49-F238E27FC236}">
                  <a16:creationId xmlns:a16="http://schemas.microsoft.com/office/drawing/2014/main" id="{89E7B06E-76D3-EA75-A07F-4A84CA472F19}"/>
                </a:ext>
              </a:extLst>
            </p:cNvPr>
            <p:cNvSpPr/>
            <p:nvPr/>
          </p:nvSpPr>
          <p:spPr>
            <a:xfrm>
              <a:off x="4676400" y="2192040"/>
              <a:ext cx="75960" cy="28800"/>
            </a:xfrm>
            <a:custGeom>
              <a:avLst/>
              <a:gdLst/>
              <a:ahLst/>
              <a:cxnLst/>
              <a:rect l="l" t="t" r="r" b="b"/>
              <a:pathLst>
                <a:path w="211" h="80" extrusionOk="0">
                  <a:moveTo>
                    <a:pt x="0" y="80"/>
                  </a:moveTo>
                  <a:lnTo>
                    <a:pt x="211" y="80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4">
              <a:extLst>
                <a:ext uri="{FF2B5EF4-FFF2-40B4-BE49-F238E27FC236}">
                  <a16:creationId xmlns:a16="http://schemas.microsoft.com/office/drawing/2014/main" id="{1725EAD7-B940-2359-8FF7-F2B61386D44D}"/>
                </a:ext>
              </a:extLst>
            </p:cNvPr>
            <p:cNvSpPr/>
            <p:nvPr/>
          </p:nvSpPr>
          <p:spPr>
            <a:xfrm>
              <a:off x="4529520" y="2246760"/>
              <a:ext cx="370080" cy="15840"/>
            </a:xfrm>
            <a:custGeom>
              <a:avLst/>
              <a:gdLst/>
              <a:ahLst/>
              <a:cxnLst/>
              <a:rect l="l" t="t" r="r" b="b"/>
              <a:pathLst>
                <a:path w="1028" h="44" extrusionOk="0">
                  <a:moveTo>
                    <a:pt x="0" y="44"/>
                  </a:moveTo>
                  <a:lnTo>
                    <a:pt x="1028" y="44"/>
                  </a:lnTo>
                  <a:lnTo>
                    <a:pt x="1028" y="0"/>
                  </a:lnTo>
                  <a:lnTo>
                    <a:pt x="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4">
              <a:extLst>
                <a:ext uri="{FF2B5EF4-FFF2-40B4-BE49-F238E27FC236}">
                  <a16:creationId xmlns:a16="http://schemas.microsoft.com/office/drawing/2014/main" id="{037F7ACA-1DED-38B3-4017-085AED04CB17}"/>
                </a:ext>
              </a:extLst>
            </p:cNvPr>
            <p:cNvSpPr/>
            <p:nvPr/>
          </p:nvSpPr>
          <p:spPr>
            <a:xfrm>
              <a:off x="4693680" y="2220840"/>
              <a:ext cx="41760" cy="25920"/>
            </a:xfrm>
            <a:custGeom>
              <a:avLst/>
              <a:gdLst/>
              <a:ahLst/>
              <a:cxnLst/>
              <a:rect l="l" t="t" r="r" b="b"/>
              <a:pathLst>
                <a:path w="116" h="72" extrusionOk="0">
                  <a:moveTo>
                    <a:pt x="0" y="72"/>
                  </a:moveTo>
                  <a:lnTo>
                    <a:pt x="116" y="72"/>
                  </a:lnTo>
                  <a:lnTo>
                    <a:pt x="116" y="0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4">
              <a:extLst>
                <a:ext uri="{FF2B5EF4-FFF2-40B4-BE49-F238E27FC236}">
                  <a16:creationId xmlns:a16="http://schemas.microsoft.com/office/drawing/2014/main" id="{F2C356CE-1D4B-868F-BD6A-1A39F645A2D4}"/>
                </a:ext>
              </a:extLst>
            </p:cNvPr>
            <p:cNvSpPr/>
            <p:nvPr/>
          </p:nvSpPr>
          <p:spPr>
            <a:xfrm>
              <a:off x="485892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4">
              <a:extLst>
                <a:ext uri="{FF2B5EF4-FFF2-40B4-BE49-F238E27FC236}">
                  <a16:creationId xmlns:a16="http://schemas.microsoft.com/office/drawing/2014/main" id="{D58115AD-C2AE-8A00-34AD-251FC4581498}"/>
                </a:ext>
              </a:extLst>
            </p:cNvPr>
            <p:cNvSpPr/>
            <p:nvPr/>
          </p:nvSpPr>
          <p:spPr>
            <a:xfrm>
              <a:off x="488736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4">
              <a:extLst>
                <a:ext uri="{FF2B5EF4-FFF2-40B4-BE49-F238E27FC236}">
                  <a16:creationId xmlns:a16="http://schemas.microsoft.com/office/drawing/2014/main" id="{D5B755DB-4C5A-7B0A-15D9-4FFA4302C385}"/>
                </a:ext>
              </a:extLst>
            </p:cNvPr>
            <p:cNvSpPr/>
            <p:nvPr/>
          </p:nvSpPr>
          <p:spPr>
            <a:xfrm>
              <a:off x="4904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4">
              <a:extLst>
                <a:ext uri="{FF2B5EF4-FFF2-40B4-BE49-F238E27FC236}">
                  <a16:creationId xmlns:a16="http://schemas.microsoft.com/office/drawing/2014/main" id="{9D4502D4-6964-3BF3-E354-D5394B783963}"/>
                </a:ext>
              </a:extLst>
            </p:cNvPr>
            <p:cNvSpPr/>
            <p:nvPr/>
          </p:nvSpPr>
          <p:spPr>
            <a:xfrm>
              <a:off x="4850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4">
              <a:extLst>
                <a:ext uri="{FF2B5EF4-FFF2-40B4-BE49-F238E27FC236}">
                  <a16:creationId xmlns:a16="http://schemas.microsoft.com/office/drawing/2014/main" id="{4AE1DD59-1746-268C-0373-4A33A4BF0519}"/>
                </a:ext>
              </a:extLst>
            </p:cNvPr>
            <p:cNvSpPr/>
            <p:nvPr/>
          </p:nvSpPr>
          <p:spPr>
            <a:xfrm>
              <a:off x="450108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4">
              <a:extLst>
                <a:ext uri="{FF2B5EF4-FFF2-40B4-BE49-F238E27FC236}">
                  <a16:creationId xmlns:a16="http://schemas.microsoft.com/office/drawing/2014/main" id="{B8245595-4E31-04EE-5A6F-10C2D32956EF}"/>
                </a:ext>
              </a:extLst>
            </p:cNvPr>
            <p:cNvSpPr/>
            <p:nvPr/>
          </p:nvSpPr>
          <p:spPr>
            <a:xfrm>
              <a:off x="452952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4">
              <a:extLst>
                <a:ext uri="{FF2B5EF4-FFF2-40B4-BE49-F238E27FC236}">
                  <a16:creationId xmlns:a16="http://schemas.microsoft.com/office/drawing/2014/main" id="{8386E017-B7CA-CC90-AC9D-8C28FECA4CBA}"/>
                </a:ext>
              </a:extLst>
            </p:cNvPr>
            <p:cNvSpPr/>
            <p:nvPr/>
          </p:nvSpPr>
          <p:spPr>
            <a:xfrm>
              <a:off x="454644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4">
              <a:extLst>
                <a:ext uri="{FF2B5EF4-FFF2-40B4-BE49-F238E27FC236}">
                  <a16:creationId xmlns:a16="http://schemas.microsoft.com/office/drawing/2014/main" id="{031C900D-C0B7-A182-EEB9-056F02BDCA71}"/>
                </a:ext>
              </a:extLst>
            </p:cNvPr>
            <p:cNvSpPr/>
            <p:nvPr/>
          </p:nvSpPr>
          <p:spPr>
            <a:xfrm>
              <a:off x="4492440" y="2290680"/>
              <a:ext cx="32400" cy="9720"/>
            </a:xfrm>
            <a:custGeom>
              <a:avLst/>
              <a:gdLst/>
              <a:ahLst/>
              <a:cxnLst/>
              <a:rect l="l" t="t" r="r" b="b"/>
              <a:pathLst>
                <a:path w="90" h="27" extrusionOk="0">
                  <a:moveTo>
                    <a:pt x="0" y="27"/>
                  </a:moveTo>
                  <a:lnTo>
                    <a:pt x="90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4">
              <a:extLst>
                <a:ext uri="{FF2B5EF4-FFF2-40B4-BE49-F238E27FC236}">
                  <a16:creationId xmlns:a16="http://schemas.microsoft.com/office/drawing/2014/main" id="{75882371-2572-806C-F4BD-3B5E98EF4675}"/>
                </a:ext>
              </a:extLst>
            </p:cNvPr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303" y="0"/>
                  </a:moveTo>
                  <a:lnTo>
                    <a:pt x="46" y="64"/>
                  </a:lnTo>
                  <a:lnTo>
                    <a:pt x="46" y="869"/>
                  </a:lnTo>
                  <a:lnTo>
                    <a:pt x="303" y="945"/>
                  </a:lnTo>
                  <a:lnTo>
                    <a:pt x="0" y="945"/>
                  </a:lnTo>
                  <a:lnTo>
                    <a:pt x="0" y="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4">
              <a:extLst>
                <a:ext uri="{FF2B5EF4-FFF2-40B4-BE49-F238E27FC236}">
                  <a16:creationId xmlns:a16="http://schemas.microsoft.com/office/drawing/2014/main" id="{41362F44-F4E1-7D98-059E-60CD44BF7DCE}"/>
                </a:ext>
              </a:extLst>
            </p:cNvPr>
            <p:cNvSpPr/>
            <p:nvPr/>
          </p:nvSpPr>
          <p:spPr>
            <a:xfrm>
              <a:off x="450216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493" y="277"/>
                  </a:moveTo>
                  <a:cubicBezTo>
                    <a:pt x="603" y="277"/>
                    <a:pt x="606" y="197"/>
                    <a:pt x="606" y="196"/>
                  </a:cubicBezTo>
                  <a:lnTo>
                    <a:pt x="573" y="195"/>
                  </a:lnTo>
                  <a:cubicBezTo>
                    <a:pt x="572" y="200"/>
                    <a:pt x="568" y="243"/>
                    <a:pt x="493" y="243"/>
                  </a:cubicBezTo>
                  <a:cubicBezTo>
                    <a:pt x="458" y="243"/>
                    <a:pt x="421" y="198"/>
                    <a:pt x="381" y="151"/>
                  </a:cubicBezTo>
                  <a:cubicBezTo>
                    <a:pt x="324" y="83"/>
                    <a:pt x="261" y="6"/>
                    <a:pt x="168" y="0"/>
                  </a:cubicBezTo>
                  <a:cubicBezTo>
                    <a:pt x="128" y="-3"/>
                    <a:pt x="94" y="9"/>
                    <a:pt x="67" y="35"/>
                  </a:cubicBezTo>
                  <a:cubicBezTo>
                    <a:pt x="-2" y="100"/>
                    <a:pt x="0" y="233"/>
                    <a:pt x="0" y="238"/>
                  </a:cubicBezTo>
                  <a:lnTo>
                    <a:pt x="34" y="238"/>
                  </a:lnTo>
                  <a:cubicBezTo>
                    <a:pt x="34" y="236"/>
                    <a:pt x="32" y="114"/>
                    <a:pt x="90" y="59"/>
                  </a:cubicBezTo>
                  <a:cubicBezTo>
                    <a:pt x="110" y="40"/>
                    <a:pt x="135" y="31"/>
                    <a:pt x="166" y="34"/>
                  </a:cubicBezTo>
                  <a:cubicBezTo>
                    <a:pt x="244" y="39"/>
                    <a:pt x="303" y="110"/>
                    <a:pt x="355" y="172"/>
                  </a:cubicBezTo>
                  <a:cubicBezTo>
                    <a:pt x="402" y="228"/>
                    <a:pt x="443" y="277"/>
                    <a:pt x="493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4">
              <a:extLst>
                <a:ext uri="{FF2B5EF4-FFF2-40B4-BE49-F238E27FC236}">
                  <a16:creationId xmlns:a16="http://schemas.microsoft.com/office/drawing/2014/main" id="{49134869-649B-26D9-0E19-62CB1280A541}"/>
                </a:ext>
              </a:extLst>
            </p:cNvPr>
            <p:cNvSpPr/>
            <p:nvPr/>
          </p:nvSpPr>
          <p:spPr>
            <a:xfrm>
              <a:off x="470808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114" y="277"/>
                  </a:moveTo>
                  <a:cubicBezTo>
                    <a:pt x="164" y="277"/>
                    <a:pt x="204" y="228"/>
                    <a:pt x="252" y="172"/>
                  </a:cubicBezTo>
                  <a:cubicBezTo>
                    <a:pt x="304" y="110"/>
                    <a:pt x="363" y="39"/>
                    <a:pt x="441" y="34"/>
                  </a:cubicBezTo>
                  <a:cubicBezTo>
                    <a:pt x="471" y="31"/>
                    <a:pt x="496" y="40"/>
                    <a:pt x="517" y="59"/>
                  </a:cubicBezTo>
                  <a:cubicBezTo>
                    <a:pt x="574" y="114"/>
                    <a:pt x="572" y="236"/>
                    <a:pt x="572" y="238"/>
                  </a:cubicBezTo>
                  <a:lnTo>
                    <a:pt x="606" y="238"/>
                  </a:lnTo>
                  <a:cubicBezTo>
                    <a:pt x="606" y="233"/>
                    <a:pt x="608" y="100"/>
                    <a:pt x="540" y="35"/>
                  </a:cubicBezTo>
                  <a:cubicBezTo>
                    <a:pt x="513" y="9"/>
                    <a:pt x="479" y="-3"/>
                    <a:pt x="439" y="0"/>
                  </a:cubicBezTo>
                  <a:cubicBezTo>
                    <a:pt x="346" y="6"/>
                    <a:pt x="282" y="83"/>
                    <a:pt x="226" y="150"/>
                  </a:cubicBezTo>
                  <a:cubicBezTo>
                    <a:pt x="186" y="198"/>
                    <a:pt x="148" y="243"/>
                    <a:pt x="114" y="243"/>
                  </a:cubicBezTo>
                  <a:cubicBezTo>
                    <a:pt x="39" y="243"/>
                    <a:pt x="34" y="200"/>
                    <a:pt x="34" y="195"/>
                  </a:cubicBezTo>
                  <a:lnTo>
                    <a:pt x="0" y="196"/>
                  </a:lnTo>
                  <a:cubicBezTo>
                    <a:pt x="0" y="197"/>
                    <a:pt x="4" y="277"/>
                    <a:pt x="114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4">
              <a:extLst>
                <a:ext uri="{FF2B5EF4-FFF2-40B4-BE49-F238E27FC236}">
                  <a16:creationId xmlns:a16="http://schemas.microsoft.com/office/drawing/2014/main" id="{A06DF77B-FAC8-EC8A-8B2D-9124A31D6E65}"/>
                </a:ext>
              </a:extLst>
            </p:cNvPr>
            <p:cNvSpPr/>
            <p:nvPr/>
          </p:nvSpPr>
          <p:spPr>
            <a:xfrm>
              <a:off x="470808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4">
              <a:extLst>
                <a:ext uri="{FF2B5EF4-FFF2-40B4-BE49-F238E27FC236}">
                  <a16:creationId xmlns:a16="http://schemas.microsoft.com/office/drawing/2014/main" id="{1C085372-7C14-7381-3B6F-057C2937EF63}"/>
                </a:ext>
              </a:extLst>
            </p:cNvPr>
            <p:cNvSpPr/>
            <p:nvPr/>
          </p:nvSpPr>
          <p:spPr>
            <a:xfrm>
              <a:off x="4100400" y="1743840"/>
              <a:ext cx="620280" cy="219240"/>
            </a:xfrm>
            <a:custGeom>
              <a:avLst/>
              <a:gdLst/>
              <a:ahLst/>
              <a:cxnLst/>
              <a:rect l="l" t="t" r="r" b="b"/>
              <a:pathLst>
                <a:path w="1723" h="609" extrusionOk="0">
                  <a:moveTo>
                    <a:pt x="1326" y="228"/>
                  </a:moveTo>
                  <a:cubicBezTo>
                    <a:pt x="1326" y="259"/>
                    <a:pt x="1329" y="293"/>
                    <a:pt x="1334" y="328"/>
                  </a:cubicBezTo>
                  <a:cubicBezTo>
                    <a:pt x="1348" y="279"/>
                    <a:pt x="1355" y="232"/>
                    <a:pt x="1355" y="194"/>
                  </a:cubicBezTo>
                  <a:cubicBezTo>
                    <a:pt x="1355" y="170"/>
                    <a:pt x="1352" y="158"/>
                    <a:pt x="1350" y="151"/>
                  </a:cubicBezTo>
                  <a:cubicBezTo>
                    <a:pt x="1348" y="146"/>
                    <a:pt x="1346" y="143"/>
                    <a:pt x="1344" y="143"/>
                  </a:cubicBezTo>
                  <a:cubicBezTo>
                    <a:pt x="1339" y="143"/>
                    <a:pt x="1326" y="163"/>
                    <a:pt x="1326" y="228"/>
                  </a:cubicBezTo>
                  <a:moveTo>
                    <a:pt x="971" y="153"/>
                  </a:moveTo>
                  <a:cubicBezTo>
                    <a:pt x="965" y="168"/>
                    <a:pt x="962" y="190"/>
                    <a:pt x="962" y="217"/>
                  </a:cubicBezTo>
                  <a:cubicBezTo>
                    <a:pt x="962" y="257"/>
                    <a:pt x="968" y="303"/>
                    <a:pt x="979" y="349"/>
                  </a:cubicBezTo>
                  <a:cubicBezTo>
                    <a:pt x="997" y="296"/>
                    <a:pt x="1007" y="243"/>
                    <a:pt x="1007" y="202"/>
                  </a:cubicBezTo>
                  <a:cubicBezTo>
                    <a:pt x="1007" y="180"/>
                    <a:pt x="1004" y="162"/>
                    <a:pt x="999" y="150"/>
                  </a:cubicBezTo>
                  <a:cubicBezTo>
                    <a:pt x="992" y="137"/>
                    <a:pt x="986" y="137"/>
                    <a:pt x="983" y="137"/>
                  </a:cubicBezTo>
                  <a:cubicBezTo>
                    <a:pt x="977" y="137"/>
                    <a:pt x="972" y="149"/>
                    <a:pt x="971" y="153"/>
                  </a:cubicBezTo>
                  <a:moveTo>
                    <a:pt x="601" y="376"/>
                  </a:moveTo>
                  <a:lnTo>
                    <a:pt x="601" y="376"/>
                  </a:lnTo>
                  <a:cubicBezTo>
                    <a:pt x="610" y="354"/>
                    <a:pt x="616" y="333"/>
                    <a:pt x="620" y="317"/>
                  </a:cubicBezTo>
                  <a:cubicBezTo>
                    <a:pt x="645" y="219"/>
                    <a:pt x="633" y="145"/>
                    <a:pt x="622" y="139"/>
                  </a:cubicBezTo>
                  <a:cubicBezTo>
                    <a:pt x="604" y="145"/>
                    <a:pt x="579" y="251"/>
                    <a:pt x="601" y="376"/>
                  </a:cubicBezTo>
                  <a:moveTo>
                    <a:pt x="601" y="494"/>
                  </a:moveTo>
                  <a:cubicBezTo>
                    <a:pt x="597" y="486"/>
                    <a:pt x="594" y="477"/>
                    <a:pt x="591" y="468"/>
                  </a:cubicBezTo>
                  <a:cubicBezTo>
                    <a:pt x="546" y="535"/>
                    <a:pt x="469" y="605"/>
                    <a:pt x="341" y="605"/>
                  </a:cubicBezTo>
                  <a:cubicBezTo>
                    <a:pt x="340" y="605"/>
                    <a:pt x="338" y="605"/>
                    <a:pt x="337" y="605"/>
                  </a:cubicBezTo>
                  <a:cubicBezTo>
                    <a:pt x="120" y="602"/>
                    <a:pt x="0" y="472"/>
                    <a:pt x="0" y="238"/>
                  </a:cubicBezTo>
                  <a:cubicBezTo>
                    <a:pt x="0" y="30"/>
                    <a:pt x="116" y="1"/>
                    <a:pt x="121" y="0"/>
                  </a:cubicBezTo>
                  <a:lnTo>
                    <a:pt x="121" y="36"/>
                  </a:lnTo>
                  <a:cubicBezTo>
                    <a:pt x="117" y="37"/>
                    <a:pt x="34" y="59"/>
                    <a:pt x="34" y="238"/>
                  </a:cubicBezTo>
                  <a:cubicBezTo>
                    <a:pt x="34" y="388"/>
                    <a:pt x="86" y="568"/>
                    <a:pt x="337" y="571"/>
                  </a:cubicBezTo>
                  <a:cubicBezTo>
                    <a:pt x="339" y="571"/>
                    <a:pt x="340" y="571"/>
                    <a:pt x="341" y="571"/>
                  </a:cubicBezTo>
                  <a:cubicBezTo>
                    <a:pt x="465" y="571"/>
                    <a:pt x="536" y="498"/>
                    <a:pt x="577" y="426"/>
                  </a:cubicBezTo>
                  <a:cubicBezTo>
                    <a:pt x="565" y="381"/>
                    <a:pt x="559" y="330"/>
                    <a:pt x="559" y="278"/>
                  </a:cubicBezTo>
                  <a:cubicBezTo>
                    <a:pt x="559" y="198"/>
                    <a:pt x="575" y="105"/>
                    <a:pt x="621" y="105"/>
                  </a:cubicBezTo>
                  <a:cubicBezTo>
                    <a:pt x="629" y="105"/>
                    <a:pt x="643" y="108"/>
                    <a:pt x="653" y="126"/>
                  </a:cubicBezTo>
                  <a:cubicBezTo>
                    <a:pt x="679" y="172"/>
                    <a:pt x="675" y="312"/>
                    <a:pt x="613" y="430"/>
                  </a:cubicBezTo>
                  <a:cubicBezTo>
                    <a:pt x="633" y="499"/>
                    <a:pt x="675" y="575"/>
                    <a:pt x="760" y="575"/>
                  </a:cubicBezTo>
                  <a:cubicBezTo>
                    <a:pt x="847" y="575"/>
                    <a:pt x="916" y="494"/>
                    <a:pt x="959" y="400"/>
                  </a:cubicBezTo>
                  <a:cubicBezTo>
                    <a:pt x="939" y="336"/>
                    <a:pt x="929" y="269"/>
                    <a:pt x="929" y="217"/>
                  </a:cubicBezTo>
                  <a:cubicBezTo>
                    <a:pt x="929" y="185"/>
                    <a:pt x="932" y="160"/>
                    <a:pt x="939" y="141"/>
                  </a:cubicBezTo>
                  <a:cubicBezTo>
                    <a:pt x="951" y="108"/>
                    <a:pt x="971" y="103"/>
                    <a:pt x="983" y="103"/>
                  </a:cubicBezTo>
                  <a:cubicBezTo>
                    <a:pt x="1003" y="103"/>
                    <a:pt x="1019" y="115"/>
                    <a:pt x="1029" y="136"/>
                  </a:cubicBezTo>
                  <a:cubicBezTo>
                    <a:pt x="1037" y="152"/>
                    <a:pt x="1041" y="175"/>
                    <a:pt x="1041" y="202"/>
                  </a:cubicBezTo>
                  <a:cubicBezTo>
                    <a:pt x="1041" y="258"/>
                    <a:pt x="1025" y="333"/>
                    <a:pt x="994" y="402"/>
                  </a:cubicBezTo>
                  <a:cubicBezTo>
                    <a:pt x="1026" y="496"/>
                    <a:pt x="1079" y="575"/>
                    <a:pt x="1145" y="575"/>
                  </a:cubicBezTo>
                  <a:cubicBezTo>
                    <a:pt x="1216" y="575"/>
                    <a:pt x="1275" y="491"/>
                    <a:pt x="1312" y="395"/>
                  </a:cubicBezTo>
                  <a:cubicBezTo>
                    <a:pt x="1299" y="335"/>
                    <a:pt x="1293" y="274"/>
                    <a:pt x="1293" y="228"/>
                  </a:cubicBezTo>
                  <a:cubicBezTo>
                    <a:pt x="1293" y="149"/>
                    <a:pt x="1310" y="109"/>
                    <a:pt x="1344" y="109"/>
                  </a:cubicBezTo>
                  <a:cubicBezTo>
                    <a:pt x="1354" y="109"/>
                    <a:pt x="1371" y="113"/>
                    <a:pt x="1381" y="139"/>
                  </a:cubicBezTo>
                  <a:cubicBezTo>
                    <a:pt x="1386" y="152"/>
                    <a:pt x="1389" y="171"/>
                    <a:pt x="1389" y="194"/>
                  </a:cubicBezTo>
                  <a:cubicBezTo>
                    <a:pt x="1389" y="250"/>
                    <a:pt x="1374" y="326"/>
                    <a:pt x="1348" y="398"/>
                  </a:cubicBezTo>
                  <a:cubicBezTo>
                    <a:pt x="1352" y="418"/>
                    <a:pt x="1358" y="438"/>
                    <a:pt x="1364" y="456"/>
                  </a:cubicBezTo>
                  <a:cubicBezTo>
                    <a:pt x="1387" y="529"/>
                    <a:pt x="1418" y="575"/>
                    <a:pt x="1445" y="575"/>
                  </a:cubicBezTo>
                  <a:cubicBezTo>
                    <a:pt x="1487" y="575"/>
                    <a:pt x="1513" y="487"/>
                    <a:pt x="1513" y="345"/>
                  </a:cubicBezTo>
                  <a:cubicBezTo>
                    <a:pt x="1513" y="157"/>
                    <a:pt x="1590" y="69"/>
                    <a:pt x="1642" y="69"/>
                  </a:cubicBezTo>
                  <a:cubicBezTo>
                    <a:pt x="1694" y="69"/>
                    <a:pt x="1718" y="116"/>
                    <a:pt x="1723" y="139"/>
                  </a:cubicBezTo>
                  <a:lnTo>
                    <a:pt x="1688" y="139"/>
                  </a:lnTo>
                  <a:cubicBezTo>
                    <a:pt x="1688" y="137"/>
                    <a:pt x="1680" y="103"/>
                    <a:pt x="1642" y="103"/>
                  </a:cubicBezTo>
                  <a:cubicBezTo>
                    <a:pt x="1615" y="103"/>
                    <a:pt x="1547" y="175"/>
                    <a:pt x="1547" y="345"/>
                  </a:cubicBezTo>
                  <a:cubicBezTo>
                    <a:pt x="1547" y="465"/>
                    <a:pt x="1529" y="609"/>
                    <a:pt x="1445" y="609"/>
                  </a:cubicBezTo>
                  <a:cubicBezTo>
                    <a:pt x="1392" y="609"/>
                    <a:pt x="1352" y="536"/>
                    <a:pt x="1326" y="448"/>
                  </a:cubicBezTo>
                  <a:cubicBezTo>
                    <a:pt x="1284" y="537"/>
                    <a:pt x="1222" y="609"/>
                    <a:pt x="1145" y="609"/>
                  </a:cubicBezTo>
                  <a:cubicBezTo>
                    <a:pt x="1067" y="609"/>
                    <a:pt x="1010" y="535"/>
                    <a:pt x="974" y="444"/>
                  </a:cubicBezTo>
                  <a:cubicBezTo>
                    <a:pt x="926" y="535"/>
                    <a:pt x="852" y="609"/>
                    <a:pt x="760" y="609"/>
                  </a:cubicBezTo>
                  <a:cubicBezTo>
                    <a:pt x="692" y="609"/>
                    <a:pt x="637" y="569"/>
                    <a:pt x="601" y="4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4">
              <a:extLst>
                <a:ext uri="{FF2B5EF4-FFF2-40B4-BE49-F238E27FC236}">
                  <a16:creationId xmlns:a16="http://schemas.microsoft.com/office/drawing/2014/main" id="{BDD7BCEF-4A88-B438-AE2B-16312D9C73A7}"/>
                </a:ext>
              </a:extLst>
            </p:cNvPr>
            <p:cNvSpPr/>
            <p:nvPr/>
          </p:nvSpPr>
          <p:spPr>
            <a:xfrm>
              <a:off x="457812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4">
              <a:extLst>
                <a:ext uri="{FF2B5EF4-FFF2-40B4-BE49-F238E27FC236}">
                  <a16:creationId xmlns:a16="http://schemas.microsoft.com/office/drawing/2014/main" id="{9CFE928C-18A2-A40E-192D-EC12BBEEA2CE}"/>
                </a:ext>
              </a:extLst>
            </p:cNvPr>
            <p:cNvSpPr/>
            <p:nvPr/>
          </p:nvSpPr>
          <p:spPr>
            <a:xfrm>
              <a:off x="444780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4">
              <a:extLst>
                <a:ext uri="{FF2B5EF4-FFF2-40B4-BE49-F238E27FC236}">
                  <a16:creationId xmlns:a16="http://schemas.microsoft.com/office/drawing/2014/main" id="{FD773F7B-78CF-BF02-6593-F4FE3EBB7FA1}"/>
                </a:ext>
              </a:extLst>
            </p:cNvPr>
            <p:cNvSpPr/>
            <p:nvPr/>
          </p:nvSpPr>
          <p:spPr>
            <a:xfrm>
              <a:off x="431784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4">
              <a:extLst>
                <a:ext uri="{FF2B5EF4-FFF2-40B4-BE49-F238E27FC236}">
                  <a16:creationId xmlns:a16="http://schemas.microsoft.com/office/drawing/2014/main" id="{13B9E622-9D44-65C5-D373-9760A1B78C5D}"/>
                </a:ext>
              </a:extLst>
            </p:cNvPr>
            <p:cNvSpPr/>
            <p:nvPr/>
          </p:nvSpPr>
          <p:spPr>
            <a:xfrm>
              <a:off x="4445280" y="2300400"/>
              <a:ext cx="527400" cy="207360"/>
            </a:xfrm>
            <a:custGeom>
              <a:avLst/>
              <a:gdLst/>
              <a:ahLst/>
              <a:cxnLst/>
              <a:rect l="l" t="t" r="r" b="b"/>
              <a:pathLst>
                <a:path w="1465" h="576" extrusionOk="0">
                  <a:moveTo>
                    <a:pt x="1465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1465" y="0"/>
                  </a:lnTo>
                  <a:lnTo>
                    <a:pt x="1465" y="5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4">
              <a:extLst>
                <a:ext uri="{FF2B5EF4-FFF2-40B4-BE49-F238E27FC236}">
                  <a16:creationId xmlns:a16="http://schemas.microsoft.com/office/drawing/2014/main" id="{90797B2C-3A95-BF57-C825-C955DA0D6D54}"/>
                </a:ext>
              </a:extLst>
            </p:cNvPr>
            <p:cNvSpPr/>
            <p:nvPr/>
          </p:nvSpPr>
          <p:spPr>
            <a:xfrm>
              <a:off x="4476240" y="2325240"/>
              <a:ext cx="121680" cy="5040"/>
            </a:xfrm>
            <a:custGeom>
              <a:avLst/>
              <a:gdLst/>
              <a:ahLst/>
              <a:cxnLst/>
              <a:rect l="l" t="t" r="r" b="b"/>
              <a:pathLst>
                <a:path w="338" h="14" extrusionOk="0">
                  <a:moveTo>
                    <a:pt x="338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8" y="0"/>
                  </a:lnTo>
                  <a:lnTo>
                    <a:pt x="338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4">
              <a:extLst>
                <a:ext uri="{FF2B5EF4-FFF2-40B4-BE49-F238E27FC236}">
                  <a16:creationId xmlns:a16="http://schemas.microsoft.com/office/drawing/2014/main" id="{9E996FA4-F94B-96F6-9FE2-60FC57A9E411}"/>
                </a:ext>
              </a:extLst>
            </p:cNvPr>
            <p:cNvSpPr/>
            <p:nvPr/>
          </p:nvSpPr>
          <p:spPr>
            <a:xfrm>
              <a:off x="4827240" y="2325240"/>
              <a:ext cx="122040" cy="5040"/>
            </a:xfrm>
            <a:custGeom>
              <a:avLst/>
              <a:gdLst/>
              <a:ahLst/>
              <a:cxnLst/>
              <a:rect l="l" t="t" r="r" b="b"/>
              <a:pathLst>
                <a:path w="339" h="14" extrusionOk="0">
                  <a:moveTo>
                    <a:pt x="339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4">
              <a:extLst>
                <a:ext uri="{FF2B5EF4-FFF2-40B4-BE49-F238E27FC236}">
                  <a16:creationId xmlns:a16="http://schemas.microsoft.com/office/drawing/2014/main" id="{BE631B58-ACE5-EEA6-F748-B8EE20B57B0A}"/>
                </a:ext>
              </a:extLst>
            </p:cNvPr>
            <p:cNvSpPr/>
            <p:nvPr/>
          </p:nvSpPr>
          <p:spPr>
            <a:xfrm>
              <a:off x="4827240" y="2339280"/>
              <a:ext cx="80280" cy="4680"/>
            </a:xfrm>
            <a:custGeom>
              <a:avLst/>
              <a:gdLst/>
              <a:ahLst/>
              <a:cxnLst/>
              <a:rect l="l" t="t" r="r" b="b"/>
              <a:pathLst>
                <a:path w="223" h="13" extrusionOk="0">
                  <a:moveTo>
                    <a:pt x="2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23" y="0"/>
                  </a:lnTo>
                  <a:lnTo>
                    <a:pt x="2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4">
              <a:extLst>
                <a:ext uri="{FF2B5EF4-FFF2-40B4-BE49-F238E27FC236}">
                  <a16:creationId xmlns:a16="http://schemas.microsoft.com/office/drawing/2014/main" id="{89EE41DC-CF21-6C93-5E54-55B3631422B0}"/>
                </a:ext>
              </a:extLst>
            </p:cNvPr>
            <p:cNvSpPr/>
            <p:nvPr/>
          </p:nvSpPr>
          <p:spPr>
            <a:xfrm>
              <a:off x="4827240" y="235440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4">
              <a:extLst>
                <a:ext uri="{FF2B5EF4-FFF2-40B4-BE49-F238E27FC236}">
                  <a16:creationId xmlns:a16="http://schemas.microsoft.com/office/drawing/2014/main" id="{16F69C86-9426-23B6-E1F2-494AA79B04EE}"/>
                </a:ext>
              </a:extLst>
            </p:cNvPr>
            <p:cNvSpPr/>
            <p:nvPr/>
          </p:nvSpPr>
          <p:spPr>
            <a:xfrm>
              <a:off x="4895640" y="2379240"/>
              <a:ext cx="42120" cy="18720"/>
            </a:xfrm>
            <a:custGeom>
              <a:avLst/>
              <a:gdLst/>
              <a:ahLst/>
              <a:cxnLst/>
              <a:rect l="l" t="t" r="r" b="b"/>
              <a:pathLst>
                <a:path w="117" h="52" extrusionOk="0">
                  <a:moveTo>
                    <a:pt x="12" y="52"/>
                  </a:moveTo>
                  <a:lnTo>
                    <a:pt x="105" y="52"/>
                  </a:lnTo>
                  <a:cubicBezTo>
                    <a:pt x="112" y="52"/>
                    <a:pt x="117" y="46"/>
                    <a:pt x="117" y="39"/>
                  </a:cubicBezTo>
                  <a:lnTo>
                    <a:pt x="117" y="13"/>
                  </a:lnTo>
                  <a:cubicBezTo>
                    <a:pt x="117" y="6"/>
                    <a:pt x="112" y="0"/>
                    <a:pt x="105" y="0"/>
                  </a:cubicBezTo>
                  <a:lnTo>
                    <a:pt x="12" y="0"/>
                  </a:lnTo>
                  <a:cubicBezTo>
                    <a:pt x="5" y="0"/>
                    <a:pt x="0" y="6"/>
                    <a:pt x="0" y="13"/>
                  </a:cubicBezTo>
                  <a:lnTo>
                    <a:pt x="0" y="39"/>
                  </a:lnTo>
                  <a:cubicBezTo>
                    <a:pt x="0" y="46"/>
                    <a:pt x="5" y="52"/>
                    <a:pt x="12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4">
              <a:extLst>
                <a:ext uri="{FF2B5EF4-FFF2-40B4-BE49-F238E27FC236}">
                  <a16:creationId xmlns:a16="http://schemas.microsoft.com/office/drawing/2014/main" id="{442E622D-5108-6A6D-CD29-78A3887EB286}"/>
                </a:ext>
              </a:extLst>
            </p:cNvPr>
            <p:cNvSpPr/>
            <p:nvPr/>
          </p:nvSpPr>
          <p:spPr>
            <a:xfrm>
              <a:off x="4537080" y="2473920"/>
              <a:ext cx="122040" cy="4680"/>
            </a:xfrm>
            <a:custGeom>
              <a:avLst/>
              <a:gdLst/>
              <a:ahLst/>
              <a:cxnLst/>
              <a:rect l="l" t="t" r="r" b="b"/>
              <a:pathLst>
                <a:path w="339" h="13" extrusionOk="0">
                  <a:moveTo>
                    <a:pt x="339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4">
              <a:extLst>
                <a:ext uri="{FF2B5EF4-FFF2-40B4-BE49-F238E27FC236}">
                  <a16:creationId xmlns:a16="http://schemas.microsoft.com/office/drawing/2014/main" id="{96F52601-D961-E6D7-0EE6-8D6E718D8ACA}"/>
                </a:ext>
              </a:extLst>
            </p:cNvPr>
            <p:cNvSpPr/>
            <p:nvPr/>
          </p:nvSpPr>
          <p:spPr>
            <a:xfrm>
              <a:off x="4537080" y="246384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4">
              <a:extLst>
                <a:ext uri="{FF2B5EF4-FFF2-40B4-BE49-F238E27FC236}">
                  <a16:creationId xmlns:a16="http://schemas.microsoft.com/office/drawing/2014/main" id="{8DA4F8C1-7263-2D65-96F4-0A08662F5ED5}"/>
                </a:ext>
              </a:extLst>
            </p:cNvPr>
            <p:cNvSpPr/>
            <p:nvPr/>
          </p:nvSpPr>
          <p:spPr>
            <a:xfrm>
              <a:off x="4476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4">
              <a:extLst>
                <a:ext uri="{FF2B5EF4-FFF2-40B4-BE49-F238E27FC236}">
                  <a16:creationId xmlns:a16="http://schemas.microsoft.com/office/drawing/2014/main" id="{B365F0F8-97B6-2359-E866-BDF67A431E52}"/>
                </a:ext>
              </a:extLst>
            </p:cNvPr>
            <p:cNvSpPr/>
            <p:nvPr/>
          </p:nvSpPr>
          <p:spPr>
            <a:xfrm>
              <a:off x="4503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4">
              <a:extLst>
                <a:ext uri="{FF2B5EF4-FFF2-40B4-BE49-F238E27FC236}">
                  <a16:creationId xmlns:a16="http://schemas.microsoft.com/office/drawing/2014/main" id="{DF65C21A-D67B-79CD-A147-1260B44D98E3}"/>
                </a:ext>
              </a:extLst>
            </p:cNvPr>
            <p:cNvSpPr/>
            <p:nvPr/>
          </p:nvSpPr>
          <p:spPr>
            <a:xfrm>
              <a:off x="4476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4">
              <a:extLst>
                <a:ext uri="{FF2B5EF4-FFF2-40B4-BE49-F238E27FC236}">
                  <a16:creationId xmlns:a16="http://schemas.microsoft.com/office/drawing/2014/main" id="{4A1EE047-7106-2A4B-1967-CF3DBCA60FFC}"/>
                </a:ext>
              </a:extLst>
            </p:cNvPr>
            <p:cNvSpPr/>
            <p:nvPr/>
          </p:nvSpPr>
          <p:spPr>
            <a:xfrm>
              <a:off x="4503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44">
            <a:extLst>
              <a:ext uri="{FF2B5EF4-FFF2-40B4-BE49-F238E27FC236}">
                <a16:creationId xmlns:a16="http://schemas.microsoft.com/office/drawing/2014/main" id="{CC2904DC-D298-466E-9226-4A15E9EF84DF}"/>
              </a:ext>
            </a:extLst>
          </p:cNvPr>
          <p:cNvGrpSpPr/>
          <p:nvPr/>
        </p:nvGrpSpPr>
        <p:grpSpPr>
          <a:xfrm>
            <a:off x="5286799" y="1344287"/>
            <a:ext cx="548178" cy="856075"/>
            <a:chOff x="6819120" y="3013560"/>
            <a:chExt cx="653760" cy="1020960"/>
          </a:xfrm>
        </p:grpSpPr>
        <p:sp>
          <p:nvSpPr>
            <p:cNvPr id="647" name="Google Shape;647;p44">
              <a:extLst>
                <a:ext uri="{FF2B5EF4-FFF2-40B4-BE49-F238E27FC236}">
                  <a16:creationId xmlns:a16="http://schemas.microsoft.com/office/drawing/2014/main" id="{7B20192A-6DCD-F042-2175-1F1C85249A0C}"/>
                </a:ext>
              </a:extLst>
            </p:cNvPr>
            <p:cNvSpPr/>
            <p:nvPr/>
          </p:nvSpPr>
          <p:spPr>
            <a:xfrm>
              <a:off x="6893280" y="3013560"/>
              <a:ext cx="505440" cy="497160"/>
            </a:xfrm>
            <a:custGeom>
              <a:avLst/>
              <a:gdLst/>
              <a:ahLst/>
              <a:cxnLst/>
              <a:rect l="l" t="t" r="r" b="b"/>
              <a:pathLst>
                <a:path w="1404" h="1381" extrusionOk="0">
                  <a:moveTo>
                    <a:pt x="1404" y="1381"/>
                  </a:moveTo>
                  <a:lnTo>
                    <a:pt x="0" y="1381"/>
                  </a:lnTo>
                  <a:lnTo>
                    <a:pt x="0" y="0"/>
                  </a:lnTo>
                  <a:lnTo>
                    <a:pt x="1404" y="0"/>
                  </a:lnTo>
                  <a:lnTo>
                    <a:pt x="1404" y="13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4">
              <a:extLst>
                <a:ext uri="{FF2B5EF4-FFF2-40B4-BE49-F238E27FC236}">
                  <a16:creationId xmlns:a16="http://schemas.microsoft.com/office/drawing/2014/main" id="{3B309291-7D70-C35E-4851-F061D2D1D9D4}"/>
                </a:ext>
              </a:extLst>
            </p:cNvPr>
            <p:cNvSpPr/>
            <p:nvPr/>
          </p:nvSpPr>
          <p:spPr>
            <a:xfrm>
              <a:off x="6949080" y="3058920"/>
              <a:ext cx="255600" cy="10080"/>
            </a:xfrm>
            <a:custGeom>
              <a:avLst/>
              <a:gdLst/>
              <a:ahLst/>
              <a:cxnLst/>
              <a:rect l="l" t="t" r="r" b="b"/>
              <a:pathLst>
                <a:path w="710" h="28" extrusionOk="0">
                  <a:moveTo>
                    <a:pt x="71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4">
              <a:extLst>
                <a:ext uri="{FF2B5EF4-FFF2-40B4-BE49-F238E27FC236}">
                  <a16:creationId xmlns:a16="http://schemas.microsoft.com/office/drawing/2014/main" id="{69BABC15-EF7F-D46F-36DC-24DA8A7BDB68}"/>
                </a:ext>
              </a:extLst>
            </p:cNvPr>
            <p:cNvSpPr/>
            <p:nvPr/>
          </p:nvSpPr>
          <p:spPr>
            <a:xfrm>
              <a:off x="7076880" y="3457440"/>
              <a:ext cx="255600" cy="9720"/>
            </a:xfrm>
            <a:custGeom>
              <a:avLst/>
              <a:gdLst/>
              <a:ahLst/>
              <a:cxnLst/>
              <a:rect l="l" t="t" r="r" b="b"/>
              <a:pathLst>
                <a:path w="710" h="27" extrusionOk="0">
                  <a:moveTo>
                    <a:pt x="710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4">
              <a:extLst>
                <a:ext uri="{FF2B5EF4-FFF2-40B4-BE49-F238E27FC236}">
                  <a16:creationId xmlns:a16="http://schemas.microsoft.com/office/drawing/2014/main" id="{A26C4796-9681-C2F6-7763-8844B59C0235}"/>
                </a:ext>
              </a:extLst>
            </p:cNvPr>
            <p:cNvSpPr/>
            <p:nvPr/>
          </p:nvSpPr>
          <p:spPr>
            <a:xfrm>
              <a:off x="6949080" y="3088080"/>
              <a:ext cx="167760" cy="9720"/>
            </a:xfrm>
            <a:custGeom>
              <a:avLst/>
              <a:gdLst/>
              <a:ahLst/>
              <a:cxnLst/>
              <a:rect l="l" t="t" r="r" b="b"/>
              <a:pathLst>
                <a:path w="466" h="27" extrusionOk="0">
                  <a:moveTo>
                    <a:pt x="46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66" y="0"/>
                  </a:lnTo>
                  <a:lnTo>
                    <a:pt x="466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4">
              <a:extLst>
                <a:ext uri="{FF2B5EF4-FFF2-40B4-BE49-F238E27FC236}">
                  <a16:creationId xmlns:a16="http://schemas.microsoft.com/office/drawing/2014/main" id="{E4ED7913-799D-8DC4-CF0F-9B344AB8F50C}"/>
                </a:ext>
              </a:extLst>
            </p:cNvPr>
            <p:cNvSpPr/>
            <p:nvPr/>
          </p:nvSpPr>
          <p:spPr>
            <a:xfrm>
              <a:off x="6949080" y="312012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4">
              <a:extLst>
                <a:ext uri="{FF2B5EF4-FFF2-40B4-BE49-F238E27FC236}">
                  <a16:creationId xmlns:a16="http://schemas.microsoft.com/office/drawing/2014/main" id="{65677400-158C-5307-6D0F-239540B0CECA}"/>
                </a:ext>
              </a:extLst>
            </p:cNvPr>
            <p:cNvSpPr/>
            <p:nvPr/>
          </p:nvSpPr>
          <p:spPr>
            <a:xfrm>
              <a:off x="7076880" y="343584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4">
              <a:extLst>
                <a:ext uri="{FF2B5EF4-FFF2-40B4-BE49-F238E27FC236}">
                  <a16:creationId xmlns:a16="http://schemas.microsoft.com/office/drawing/2014/main" id="{F16F4D85-9A1E-52A1-3BD4-6D8A657EEDD8}"/>
                </a:ext>
              </a:extLst>
            </p:cNvPr>
            <p:cNvSpPr/>
            <p:nvPr/>
          </p:nvSpPr>
          <p:spPr>
            <a:xfrm>
              <a:off x="7130880" y="3013560"/>
              <a:ext cx="46440" cy="202320"/>
            </a:xfrm>
            <a:custGeom>
              <a:avLst/>
              <a:gdLst/>
              <a:ahLst/>
              <a:cxnLst/>
              <a:rect l="l" t="t" r="r" b="b"/>
              <a:pathLst>
                <a:path w="129" h="562" extrusionOk="0">
                  <a:moveTo>
                    <a:pt x="99" y="555"/>
                  </a:moveTo>
                  <a:lnTo>
                    <a:pt x="99" y="555"/>
                  </a:lnTo>
                  <a:cubicBezTo>
                    <a:pt x="96" y="554"/>
                    <a:pt x="93" y="554"/>
                    <a:pt x="90" y="555"/>
                  </a:cubicBezTo>
                  <a:lnTo>
                    <a:pt x="59" y="561"/>
                  </a:lnTo>
                  <a:cubicBezTo>
                    <a:pt x="56" y="562"/>
                    <a:pt x="53" y="562"/>
                    <a:pt x="50" y="561"/>
                  </a:cubicBezTo>
                  <a:lnTo>
                    <a:pt x="25" y="558"/>
                  </a:lnTo>
                  <a:cubicBezTo>
                    <a:pt x="23" y="558"/>
                    <a:pt x="20" y="558"/>
                    <a:pt x="17" y="559"/>
                  </a:cubicBezTo>
                  <a:lnTo>
                    <a:pt x="0" y="562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529"/>
                  </a:lnTo>
                  <a:cubicBezTo>
                    <a:pt x="129" y="545"/>
                    <a:pt x="115" y="557"/>
                    <a:pt x="99" y="5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4">
              <a:extLst>
                <a:ext uri="{FF2B5EF4-FFF2-40B4-BE49-F238E27FC236}">
                  <a16:creationId xmlns:a16="http://schemas.microsoft.com/office/drawing/2014/main" id="{54B9C95A-0BC4-81DD-FC86-69527DE7D13E}"/>
                </a:ext>
              </a:extLst>
            </p:cNvPr>
            <p:cNvSpPr/>
            <p:nvPr/>
          </p:nvSpPr>
          <p:spPr>
            <a:xfrm>
              <a:off x="7299720" y="3196080"/>
              <a:ext cx="88920" cy="38880"/>
            </a:xfrm>
            <a:custGeom>
              <a:avLst/>
              <a:gdLst/>
              <a:ahLst/>
              <a:cxnLst/>
              <a:rect l="l" t="t" r="r" b="b"/>
              <a:pathLst>
                <a:path w="247" h="108" extrusionOk="0">
                  <a:moveTo>
                    <a:pt x="26" y="108"/>
                  </a:moveTo>
                  <a:lnTo>
                    <a:pt x="221" y="108"/>
                  </a:lnTo>
                  <a:cubicBezTo>
                    <a:pt x="235" y="108"/>
                    <a:pt x="247" y="96"/>
                    <a:pt x="247" y="82"/>
                  </a:cubicBezTo>
                  <a:lnTo>
                    <a:pt x="247" y="26"/>
                  </a:lnTo>
                  <a:cubicBezTo>
                    <a:pt x="247" y="12"/>
                    <a:pt x="235" y="0"/>
                    <a:pt x="221" y="0"/>
                  </a:cubicBezTo>
                  <a:lnTo>
                    <a:pt x="26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82"/>
                  </a:lnTo>
                  <a:cubicBezTo>
                    <a:pt x="0" y="96"/>
                    <a:pt x="12" y="108"/>
                    <a:pt x="26" y="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4">
              <a:extLst>
                <a:ext uri="{FF2B5EF4-FFF2-40B4-BE49-F238E27FC236}">
                  <a16:creationId xmlns:a16="http://schemas.microsoft.com/office/drawing/2014/main" id="{65F0422E-D5CC-3801-29E7-5019F087B652}"/>
                </a:ext>
              </a:extLst>
            </p:cNvPr>
            <p:cNvSpPr/>
            <p:nvPr/>
          </p:nvSpPr>
          <p:spPr>
            <a:xfrm>
              <a:off x="6949080" y="3364560"/>
              <a:ext cx="48960" cy="48960"/>
            </a:xfrm>
            <a:custGeom>
              <a:avLst/>
              <a:gdLst/>
              <a:ahLst/>
              <a:cxnLst/>
              <a:rect l="l" t="t" r="r" b="b"/>
              <a:pathLst>
                <a:path w="136" h="136" extrusionOk="0">
                  <a:moveTo>
                    <a:pt x="96" y="136"/>
                  </a:moveTo>
                  <a:lnTo>
                    <a:pt x="39" y="136"/>
                  </a:lnTo>
                  <a:cubicBezTo>
                    <a:pt x="17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7"/>
                    <a:pt x="136" y="39"/>
                  </a:cubicBezTo>
                  <a:lnTo>
                    <a:pt x="136" y="96"/>
                  </a:lnTo>
                  <a:cubicBezTo>
                    <a:pt x="136" y="118"/>
                    <a:pt x="118" y="136"/>
                    <a:pt x="96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4">
              <a:extLst>
                <a:ext uri="{FF2B5EF4-FFF2-40B4-BE49-F238E27FC236}">
                  <a16:creationId xmlns:a16="http://schemas.microsoft.com/office/drawing/2014/main" id="{D05F60CA-6366-3A43-6FB0-3441EDEA41F0}"/>
                </a:ext>
              </a:extLst>
            </p:cNvPr>
            <p:cNvSpPr/>
            <p:nvPr/>
          </p:nvSpPr>
          <p:spPr>
            <a:xfrm>
              <a:off x="7005960" y="3364560"/>
              <a:ext cx="49320" cy="48960"/>
            </a:xfrm>
            <a:custGeom>
              <a:avLst/>
              <a:gdLst/>
              <a:ahLst/>
              <a:cxnLst/>
              <a:rect l="l" t="t" r="r" b="b"/>
              <a:pathLst>
                <a:path w="137" h="136" extrusionOk="0">
                  <a:moveTo>
                    <a:pt x="97" y="136"/>
                  </a:moveTo>
                  <a:lnTo>
                    <a:pt x="40" y="136"/>
                  </a:lnTo>
                  <a:cubicBezTo>
                    <a:pt x="18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7"/>
                    <a:pt x="137" y="39"/>
                  </a:cubicBezTo>
                  <a:lnTo>
                    <a:pt x="137" y="96"/>
                  </a:lnTo>
                  <a:cubicBezTo>
                    <a:pt x="137" y="118"/>
                    <a:pt x="119" y="136"/>
                    <a:pt x="97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4">
              <a:extLst>
                <a:ext uri="{FF2B5EF4-FFF2-40B4-BE49-F238E27FC236}">
                  <a16:creationId xmlns:a16="http://schemas.microsoft.com/office/drawing/2014/main" id="{72CD8B6F-9CD6-F252-B306-16E426E187B1}"/>
                </a:ext>
              </a:extLst>
            </p:cNvPr>
            <p:cNvSpPr/>
            <p:nvPr/>
          </p:nvSpPr>
          <p:spPr>
            <a:xfrm>
              <a:off x="6949080" y="3421080"/>
              <a:ext cx="48960" cy="49320"/>
            </a:xfrm>
            <a:custGeom>
              <a:avLst/>
              <a:gdLst/>
              <a:ahLst/>
              <a:cxnLst/>
              <a:rect l="l" t="t" r="r" b="b"/>
              <a:pathLst>
                <a:path w="136" h="137" extrusionOk="0">
                  <a:moveTo>
                    <a:pt x="96" y="137"/>
                  </a:moveTo>
                  <a:lnTo>
                    <a:pt x="39" y="137"/>
                  </a:lnTo>
                  <a:cubicBezTo>
                    <a:pt x="17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8"/>
                    <a:pt x="136" y="40"/>
                  </a:cubicBezTo>
                  <a:lnTo>
                    <a:pt x="136" y="97"/>
                  </a:lnTo>
                  <a:cubicBezTo>
                    <a:pt x="136" y="119"/>
                    <a:pt x="118" y="137"/>
                    <a:pt x="96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4">
              <a:extLst>
                <a:ext uri="{FF2B5EF4-FFF2-40B4-BE49-F238E27FC236}">
                  <a16:creationId xmlns:a16="http://schemas.microsoft.com/office/drawing/2014/main" id="{4F6A52AD-793C-5AA6-9A52-A56C7FE0BE12}"/>
                </a:ext>
              </a:extLst>
            </p:cNvPr>
            <p:cNvSpPr/>
            <p:nvPr/>
          </p:nvSpPr>
          <p:spPr>
            <a:xfrm>
              <a:off x="7005960" y="3421080"/>
              <a:ext cx="49320" cy="49320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97" y="137"/>
                  </a:moveTo>
                  <a:lnTo>
                    <a:pt x="40" y="137"/>
                  </a:lnTo>
                  <a:cubicBezTo>
                    <a:pt x="18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8"/>
                    <a:pt x="137" y="40"/>
                  </a:cubicBezTo>
                  <a:lnTo>
                    <a:pt x="137" y="97"/>
                  </a:lnTo>
                  <a:cubicBezTo>
                    <a:pt x="137" y="119"/>
                    <a:pt x="119" y="137"/>
                    <a:pt x="97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4">
              <a:extLst>
                <a:ext uri="{FF2B5EF4-FFF2-40B4-BE49-F238E27FC236}">
                  <a16:creationId xmlns:a16="http://schemas.microsoft.com/office/drawing/2014/main" id="{C7187ECA-C236-68E6-A766-53D406D02854}"/>
                </a:ext>
              </a:extLst>
            </p:cNvPr>
            <p:cNvSpPr/>
            <p:nvPr/>
          </p:nvSpPr>
          <p:spPr>
            <a:xfrm>
              <a:off x="684756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5" y="308"/>
                  </a:moveTo>
                  <a:lnTo>
                    <a:pt x="65" y="308"/>
                  </a:lnTo>
                  <a:cubicBezTo>
                    <a:pt x="29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29" y="0"/>
                    <a:pt x="65" y="0"/>
                  </a:cubicBezTo>
                  <a:cubicBezTo>
                    <a:pt x="101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1" y="308"/>
                    <a:pt x="65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4">
              <a:extLst>
                <a:ext uri="{FF2B5EF4-FFF2-40B4-BE49-F238E27FC236}">
                  <a16:creationId xmlns:a16="http://schemas.microsoft.com/office/drawing/2014/main" id="{2A40EA53-3FA5-8203-2DA7-95D029A051F2}"/>
                </a:ext>
              </a:extLst>
            </p:cNvPr>
            <p:cNvSpPr/>
            <p:nvPr/>
          </p:nvSpPr>
          <p:spPr>
            <a:xfrm>
              <a:off x="739728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6" y="308"/>
                  </a:moveTo>
                  <a:lnTo>
                    <a:pt x="66" y="308"/>
                  </a:lnTo>
                  <a:cubicBezTo>
                    <a:pt x="30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30" y="0"/>
                    <a:pt x="66" y="0"/>
                  </a:cubicBezTo>
                  <a:cubicBezTo>
                    <a:pt x="102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2" y="308"/>
                    <a:pt x="66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4">
              <a:extLst>
                <a:ext uri="{FF2B5EF4-FFF2-40B4-BE49-F238E27FC236}">
                  <a16:creationId xmlns:a16="http://schemas.microsoft.com/office/drawing/2014/main" id="{74BBAF7E-EA3A-449E-7396-11D35612D074}"/>
                </a:ext>
              </a:extLst>
            </p:cNvPr>
            <p:cNvSpPr/>
            <p:nvPr/>
          </p:nvSpPr>
          <p:spPr>
            <a:xfrm>
              <a:off x="6819120" y="3690000"/>
              <a:ext cx="653760" cy="279360"/>
            </a:xfrm>
            <a:custGeom>
              <a:avLst/>
              <a:gdLst/>
              <a:ahLst/>
              <a:cxnLst/>
              <a:rect l="l" t="t" r="r" b="b"/>
              <a:pathLst>
                <a:path w="1816" h="776" extrusionOk="0">
                  <a:moveTo>
                    <a:pt x="1751" y="776"/>
                  </a:moveTo>
                  <a:lnTo>
                    <a:pt x="65" y="776"/>
                  </a:lnTo>
                  <a:cubicBezTo>
                    <a:pt x="29" y="776"/>
                    <a:pt x="0" y="747"/>
                    <a:pt x="0" y="711"/>
                  </a:cubicBezTo>
                  <a:lnTo>
                    <a:pt x="0" y="0"/>
                  </a:lnTo>
                  <a:lnTo>
                    <a:pt x="1816" y="0"/>
                  </a:lnTo>
                  <a:lnTo>
                    <a:pt x="1816" y="711"/>
                  </a:lnTo>
                  <a:cubicBezTo>
                    <a:pt x="1816" y="747"/>
                    <a:pt x="1787" y="776"/>
                    <a:pt x="1751" y="7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4">
              <a:extLst>
                <a:ext uri="{FF2B5EF4-FFF2-40B4-BE49-F238E27FC236}">
                  <a16:creationId xmlns:a16="http://schemas.microsoft.com/office/drawing/2014/main" id="{42486C0A-5496-3596-F5C1-448B81649CD8}"/>
                </a:ext>
              </a:extLst>
            </p:cNvPr>
            <p:cNvSpPr/>
            <p:nvPr/>
          </p:nvSpPr>
          <p:spPr>
            <a:xfrm>
              <a:off x="6819120" y="3627720"/>
              <a:ext cx="653760" cy="62280"/>
            </a:xfrm>
            <a:custGeom>
              <a:avLst/>
              <a:gdLst/>
              <a:ahLst/>
              <a:cxnLst/>
              <a:rect l="l" t="t" r="r" b="b"/>
              <a:pathLst>
                <a:path w="1816" h="173" extrusionOk="0">
                  <a:moveTo>
                    <a:pt x="1816" y="173"/>
                  </a:moveTo>
                  <a:lnTo>
                    <a:pt x="0" y="173"/>
                  </a:lnTo>
                  <a:lnTo>
                    <a:pt x="0" y="56"/>
                  </a:lnTo>
                  <a:cubicBezTo>
                    <a:pt x="0" y="25"/>
                    <a:pt x="26" y="0"/>
                    <a:pt x="57" y="0"/>
                  </a:cubicBezTo>
                  <a:lnTo>
                    <a:pt x="1759" y="0"/>
                  </a:lnTo>
                  <a:cubicBezTo>
                    <a:pt x="1790" y="0"/>
                    <a:pt x="1816" y="25"/>
                    <a:pt x="1816" y="56"/>
                  </a:cubicBezTo>
                  <a:lnTo>
                    <a:pt x="1816" y="1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275" rIns="90000" bIns="17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4">
              <a:extLst>
                <a:ext uri="{FF2B5EF4-FFF2-40B4-BE49-F238E27FC236}">
                  <a16:creationId xmlns:a16="http://schemas.microsoft.com/office/drawing/2014/main" id="{04C1F1AE-21F3-512D-4832-AEF37413258C}"/>
                </a:ext>
              </a:extLst>
            </p:cNvPr>
            <p:cNvSpPr/>
            <p:nvPr/>
          </p:nvSpPr>
          <p:spPr>
            <a:xfrm>
              <a:off x="6836400" y="3565080"/>
              <a:ext cx="617400" cy="62640"/>
            </a:xfrm>
            <a:custGeom>
              <a:avLst/>
              <a:gdLst/>
              <a:ahLst/>
              <a:cxnLst/>
              <a:rect l="l" t="t" r="r" b="b"/>
              <a:pathLst>
                <a:path w="1715" h="174" extrusionOk="0">
                  <a:moveTo>
                    <a:pt x="1715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1715" y="0"/>
                  </a:lnTo>
                  <a:lnTo>
                    <a:pt x="1715" y="1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4">
              <a:extLst>
                <a:ext uri="{FF2B5EF4-FFF2-40B4-BE49-F238E27FC236}">
                  <a16:creationId xmlns:a16="http://schemas.microsoft.com/office/drawing/2014/main" id="{3EC9F9A6-2456-7067-13C7-E45FD4C1A179}"/>
                </a:ext>
              </a:extLst>
            </p:cNvPr>
            <p:cNvSpPr/>
            <p:nvPr/>
          </p:nvSpPr>
          <p:spPr>
            <a:xfrm>
              <a:off x="6819120" y="3502440"/>
              <a:ext cx="653760" cy="62640"/>
            </a:xfrm>
            <a:custGeom>
              <a:avLst/>
              <a:gdLst/>
              <a:ahLst/>
              <a:cxnLst/>
              <a:rect l="l" t="t" r="r" b="b"/>
              <a:pathLst>
                <a:path w="1816" h="174" extrusionOk="0">
                  <a:moveTo>
                    <a:pt x="1761" y="174"/>
                  </a:moveTo>
                  <a:lnTo>
                    <a:pt x="54" y="174"/>
                  </a:lnTo>
                  <a:cubicBezTo>
                    <a:pt x="25" y="174"/>
                    <a:pt x="0" y="150"/>
                    <a:pt x="0" y="120"/>
                  </a:cubicBezTo>
                  <a:lnTo>
                    <a:pt x="0" y="54"/>
                  </a:lnTo>
                  <a:cubicBezTo>
                    <a:pt x="0" y="24"/>
                    <a:pt x="25" y="0"/>
                    <a:pt x="54" y="0"/>
                  </a:cubicBezTo>
                  <a:lnTo>
                    <a:pt x="1761" y="0"/>
                  </a:lnTo>
                  <a:cubicBezTo>
                    <a:pt x="1791" y="0"/>
                    <a:pt x="1816" y="24"/>
                    <a:pt x="1816" y="54"/>
                  </a:cubicBezTo>
                  <a:lnTo>
                    <a:pt x="1816" y="120"/>
                  </a:lnTo>
                  <a:cubicBezTo>
                    <a:pt x="1816" y="150"/>
                    <a:pt x="1791" y="174"/>
                    <a:pt x="176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4">
              <a:extLst>
                <a:ext uri="{FF2B5EF4-FFF2-40B4-BE49-F238E27FC236}">
                  <a16:creationId xmlns:a16="http://schemas.microsoft.com/office/drawing/2014/main" id="{5BDAEA3E-F48C-2221-C51C-1FF61362A673}"/>
                </a:ext>
              </a:extLst>
            </p:cNvPr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575" y="262"/>
                  </a:moveTo>
                  <a:lnTo>
                    <a:pt x="0" y="262"/>
                  </a:lnTo>
                  <a:lnTo>
                    <a:pt x="0" y="0"/>
                  </a:lnTo>
                  <a:lnTo>
                    <a:pt x="575" y="0"/>
                  </a:lnTo>
                  <a:lnTo>
                    <a:pt x="575" y="2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4">
              <a:extLst>
                <a:ext uri="{FF2B5EF4-FFF2-40B4-BE49-F238E27FC236}">
                  <a16:creationId xmlns:a16="http://schemas.microsoft.com/office/drawing/2014/main" id="{4F0AE658-1A7F-A6C2-9704-13A97D193539}"/>
                </a:ext>
              </a:extLst>
            </p:cNvPr>
            <p:cNvSpPr/>
            <p:nvPr/>
          </p:nvSpPr>
          <p:spPr>
            <a:xfrm>
              <a:off x="7071840" y="3768120"/>
              <a:ext cx="150120" cy="61200"/>
            </a:xfrm>
            <a:custGeom>
              <a:avLst/>
              <a:gdLst/>
              <a:ahLst/>
              <a:cxnLst/>
              <a:rect l="l" t="t" r="r" b="b"/>
              <a:pathLst>
                <a:path w="417" h="170" extrusionOk="0">
                  <a:moveTo>
                    <a:pt x="417" y="170"/>
                  </a:moveTo>
                  <a:lnTo>
                    <a:pt x="0" y="170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200" rIns="90000" bIns="16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4">
              <a:extLst>
                <a:ext uri="{FF2B5EF4-FFF2-40B4-BE49-F238E27FC236}">
                  <a16:creationId xmlns:a16="http://schemas.microsoft.com/office/drawing/2014/main" id="{9658666D-FABC-26B4-30C5-58160B8CAC20}"/>
                </a:ext>
              </a:extLst>
            </p:cNvPr>
            <p:cNvSpPr/>
            <p:nvPr/>
          </p:nvSpPr>
          <p:spPr>
            <a:xfrm>
              <a:off x="7071840" y="3565080"/>
              <a:ext cx="150120" cy="62640"/>
            </a:xfrm>
            <a:custGeom>
              <a:avLst/>
              <a:gdLst/>
              <a:ahLst/>
              <a:cxnLst/>
              <a:rect l="l" t="t" r="r" b="b"/>
              <a:pathLst>
                <a:path w="417" h="174" extrusionOk="0">
                  <a:moveTo>
                    <a:pt x="417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4">
              <a:extLst>
                <a:ext uri="{FF2B5EF4-FFF2-40B4-BE49-F238E27FC236}">
                  <a16:creationId xmlns:a16="http://schemas.microsoft.com/office/drawing/2014/main" id="{DA2F7452-AC53-6E42-57A1-028165803EB2}"/>
                </a:ext>
              </a:extLst>
            </p:cNvPr>
            <p:cNvSpPr/>
            <p:nvPr/>
          </p:nvSpPr>
          <p:spPr>
            <a:xfrm>
              <a:off x="7124400" y="3573720"/>
              <a:ext cx="45000" cy="45000"/>
            </a:xfrm>
            <a:custGeom>
              <a:avLst/>
              <a:gdLst/>
              <a:ahLst/>
              <a:cxnLst/>
              <a:rect l="l" t="t" r="r" b="b"/>
              <a:pathLst>
                <a:path w="125" h="125" extrusionOk="0">
                  <a:moveTo>
                    <a:pt x="125" y="63"/>
                  </a:moveTo>
                  <a:cubicBezTo>
                    <a:pt x="125" y="97"/>
                    <a:pt x="97" y="125"/>
                    <a:pt x="63" y="125"/>
                  </a:cubicBezTo>
                  <a:cubicBezTo>
                    <a:pt x="28" y="125"/>
                    <a:pt x="0" y="97"/>
                    <a:pt x="0" y="63"/>
                  </a:cubicBez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4">
              <a:extLst>
                <a:ext uri="{FF2B5EF4-FFF2-40B4-BE49-F238E27FC236}">
                  <a16:creationId xmlns:a16="http://schemas.microsoft.com/office/drawing/2014/main" id="{353B5713-173E-ADAE-30C2-64DDA8F9C06A}"/>
                </a:ext>
              </a:extLst>
            </p:cNvPr>
            <p:cNvSpPr/>
            <p:nvPr/>
          </p:nvSpPr>
          <p:spPr>
            <a:xfrm>
              <a:off x="6836400" y="3565080"/>
              <a:ext cx="617400" cy="31320"/>
            </a:xfrm>
            <a:custGeom>
              <a:avLst/>
              <a:gdLst/>
              <a:ahLst/>
              <a:cxnLst/>
              <a:rect l="l" t="t" r="r" b="b"/>
              <a:pathLst>
                <a:path w="1715" h="87" extrusionOk="0">
                  <a:moveTo>
                    <a:pt x="1713" y="0"/>
                  </a:moveTo>
                  <a:lnTo>
                    <a:pt x="1715" y="24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4">
              <a:extLst>
                <a:ext uri="{FF2B5EF4-FFF2-40B4-BE49-F238E27FC236}">
                  <a16:creationId xmlns:a16="http://schemas.microsoft.com/office/drawing/2014/main" id="{84C3C240-D8A1-A099-C174-98823280364E}"/>
                </a:ext>
              </a:extLst>
            </p:cNvPr>
            <p:cNvSpPr/>
            <p:nvPr/>
          </p:nvSpPr>
          <p:spPr>
            <a:xfrm>
              <a:off x="7116480" y="3777840"/>
              <a:ext cx="88560" cy="39960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46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246" y="0"/>
                  </a:lnTo>
                  <a:lnTo>
                    <a:pt x="246" y="1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4">
              <a:extLst>
                <a:ext uri="{FF2B5EF4-FFF2-40B4-BE49-F238E27FC236}">
                  <a16:creationId xmlns:a16="http://schemas.microsoft.com/office/drawing/2014/main" id="{7735FEEC-6941-7580-7C82-305F5386FFB1}"/>
                </a:ext>
              </a:extLst>
            </p:cNvPr>
            <p:cNvSpPr/>
            <p:nvPr/>
          </p:nvSpPr>
          <p:spPr>
            <a:xfrm>
              <a:off x="6819120" y="3690000"/>
              <a:ext cx="653760" cy="31320"/>
            </a:xfrm>
            <a:custGeom>
              <a:avLst/>
              <a:gdLst/>
              <a:ahLst/>
              <a:cxnLst/>
              <a:rect l="l" t="t" r="r" b="b"/>
              <a:pathLst>
                <a:path w="1816" h="87" extrusionOk="0">
                  <a:moveTo>
                    <a:pt x="1815" y="0"/>
                  </a:moveTo>
                  <a:lnTo>
                    <a:pt x="1816" y="32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4">
              <a:extLst>
                <a:ext uri="{FF2B5EF4-FFF2-40B4-BE49-F238E27FC236}">
                  <a16:creationId xmlns:a16="http://schemas.microsoft.com/office/drawing/2014/main" id="{A4A34C9D-7DC9-4958-8A67-853906F4C881}"/>
                </a:ext>
              </a:extLst>
            </p:cNvPr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0" y="0"/>
                  </a:moveTo>
                  <a:lnTo>
                    <a:pt x="575" y="262"/>
                  </a:lnTo>
                  <a:lnTo>
                    <a:pt x="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4">
              <a:extLst>
                <a:ext uri="{FF2B5EF4-FFF2-40B4-BE49-F238E27FC236}">
                  <a16:creationId xmlns:a16="http://schemas.microsoft.com/office/drawing/2014/main" id="{62325116-6F05-DCCA-5A61-36C74166D81C}"/>
                </a:ext>
              </a:extLst>
            </p:cNvPr>
            <p:cNvSpPr/>
            <p:nvPr/>
          </p:nvSpPr>
          <p:spPr>
            <a:xfrm>
              <a:off x="7137360" y="358668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4">
              <a:extLst>
                <a:ext uri="{FF2B5EF4-FFF2-40B4-BE49-F238E27FC236}">
                  <a16:creationId xmlns:a16="http://schemas.microsoft.com/office/drawing/2014/main" id="{29C05F0D-B36D-D5D5-8FC1-B88B3BACDCA0}"/>
                </a:ext>
              </a:extLst>
            </p:cNvPr>
            <p:cNvSpPr/>
            <p:nvPr/>
          </p:nvSpPr>
          <p:spPr>
            <a:xfrm>
              <a:off x="7086960" y="379872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44">
            <a:extLst>
              <a:ext uri="{FF2B5EF4-FFF2-40B4-BE49-F238E27FC236}">
                <a16:creationId xmlns:a16="http://schemas.microsoft.com/office/drawing/2014/main" id="{799078AD-BF9A-E044-EDEA-F7C6BA23A0CA}"/>
              </a:ext>
            </a:extLst>
          </p:cNvPr>
          <p:cNvGrpSpPr/>
          <p:nvPr/>
        </p:nvGrpSpPr>
        <p:grpSpPr>
          <a:xfrm>
            <a:off x="1245501" y="1290546"/>
            <a:ext cx="719674" cy="857935"/>
            <a:chOff x="2743920" y="1646640"/>
            <a:chExt cx="867600" cy="1034280"/>
          </a:xfrm>
        </p:grpSpPr>
        <p:sp>
          <p:nvSpPr>
            <p:cNvPr id="676" name="Google Shape;676;p44">
              <a:extLst>
                <a:ext uri="{FF2B5EF4-FFF2-40B4-BE49-F238E27FC236}">
                  <a16:creationId xmlns:a16="http://schemas.microsoft.com/office/drawing/2014/main" id="{1F3F2A8E-4B31-ED19-2651-FE89BAA47BD9}"/>
                </a:ext>
              </a:extLst>
            </p:cNvPr>
            <p:cNvSpPr/>
            <p:nvPr/>
          </p:nvSpPr>
          <p:spPr>
            <a:xfrm>
              <a:off x="3375000" y="2154240"/>
              <a:ext cx="236520" cy="232920"/>
            </a:xfrm>
            <a:custGeom>
              <a:avLst/>
              <a:gdLst/>
              <a:ahLst/>
              <a:cxnLst/>
              <a:rect l="l" t="t" r="r" b="b"/>
              <a:pathLst>
                <a:path w="657" h="647" extrusionOk="0">
                  <a:moveTo>
                    <a:pt x="657" y="647"/>
                  </a:moveTo>
                  <a:lnTo>
                    <a:pt x="0" y="647"/>
                  </a:lnTo>
                  <a:lnTo>
                    <a:pt x="0" y="0"/>
                  </a:lnTo>
                  <a:lnTo>
                    <a:pt x="657" y="0"/>
                  </a:lnTo>
                  <a:lnTo>
                    <a:pt x="657" y="6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4">
              <a:extLst>
                <a:ext uri="{FF2B5EF4-FFF2-40B4-BE49-F238E27FC236}">
                  <a16:creationId xmlns:a16="http://schemas.microsoft.com/office/drawing/2014/main" id="{E952C2DB-1551-4265-2430-A9C9A933F657}"/>
                </a:ext>
              </a:extLst>
            </p:cNvPr>
            <p:cNvSpPr/>
            <p:nvPr/>
          </p:nvSpPr>
          <p:spPr>
            <a:xfrm>
              <a:off x="3401280" y="217548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4">
              <a:extLst>
                <a:ext uri="{FF2B5EF4-FFF2-40B4-BE49-F238E27FC236}">
                  <a16:creationId xmlns:a16="http://schemas.microsoft.com/office/drawing/2014/main" id="{704F3FE6-C0F5-CAA2-C4E9-62D7664F080D}"/>
                </a:ext>
              </a:extLst>
            </p:cNvPr>
            <p:cNvSpPr/>
            <p:nvPr/>
          </p:nvSpPr>
          <p:spPr>
            <a:xfrm>
              <a:off x="3461040" y="236232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4">
              <a:extLst>
                <a:ext uri="{FF2B5EF4-FFF2-40B4-BE49-F238E27FC236}">
                  <a16:creationId xmlns:a16="http://schemas.microsoft.com/office/drawing/2014/main" id="{0877E7F3-1D79-4656-7D61-96C034C376D0}"/>
                </a:ext>
              </a:extLst>
            </p:cNvPr>
            <p:cNvSpPr/>
            <p:nvPr/>
          </p:nvSpPr>
          <p:spPr>
            <a:xfrm>
              <a:off x="3401280" y="2189160"/>
              <a:ext cx="78480" cy="4680"/>
            </a:xfrm>
            <a:custGeom>
              <a:avLst/>
              <a:gdLst/>
              <a:ahLst/>
              <a:cxnLst/>
              <a:rect l="l" t="t" r="r" b="b"/>
              <a:pathLst>
                <a:path w="218" h="13" extrusionOk="0">
                  <a:moveTo>
                    <a:pt x="218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218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4">
              <a:extLst>
                <a:ext uri="{FF2B5EF4-FFF2-40B4-BE49-F238E27FC236}">
                  <a16:creationId xmlns:a16="http://schemas.microsoft.com/office/drawing/2014/main" id="{62E50492-C33D-E650-CFAF-C0BDE3DE5638}"/>
                </a:ext>
              </a:extLst>
            </p:cNvPr>
            <p:cNvSpPr/>
            <p:nvPr/>
          </p:nvSpPr>
          <p:spPr>
            <a:xfrm>
              <a:off x="3401280" y="220428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44">
              <a:extLst>
                <a:ext uri="{FF2B5EF4-FFF2-40B4-BE49-F238E27FC236}">
                  <a16:creationId xmlns:a16="http://schemas.microsoft.com/office/drawing/2014/main" id="{83CAE4B9-9C0A-FFD6-38FA-18AAAB6AE431}"/>
                </a:ext>
              </a:extLst>
            </p:cNvPr>
            <p:cNvSpPr/>
            <p:nvPr/>
          </p:nvSpPr>
          <p:spPr>
            <a:xfrm>
              <a:off x="3461040" y="235224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44">
              <a:extLst>
                <a:ext uri="{FF2B5EF4-FFF2-40B4-BE49-F238E27FC236}">
                  <a16:creationId xmlns:a16="http://schemas.microsoft.com/office/drawing/2014/main" id="{133A636F-61AB-E71F-82F3-E972591D3447}"/>
                </a:ext>
              </a:extLst>
            </p:cNvPr>
            <p:cNvSpPr/>
            <p:nvPr/>
          </p:nvSpPr>
          <p:spPr>
            <a:xfrm>
              <a:off x="3486600" y="2154240"/>
              <a:ext cx="21240" cy="94680"/>
            </a:xfrm>
            <a:custGeom>
              <a:avLst/>
              <a:gdLst/>
              <a:ahLst/>
              <a:cxnLst/>
              <a:rect l="l" t="t" r="r" b="b"/>
              <a:pathLst>
                <a:path w="59" h="263" extrusionOk="0">
                  <a:moveTo>
                    <a:pt x="45" y="260"/>
                  </a:moveTo>
                  <a:lnTo>
                    <a:pt x="45" y="260"/>
                  </a:lnTo>
                  <a:cubicBezTo>
                    <a:pt x="43" y="260"/>
                    <a:pt x="42" y="260"/>
                    <a:pt x="41" y="260"/>
                  </a:cubicBezTo>
                  <a:lnTo>
                    <a:pt x="26" y="263"/>
                  </a:lnTo>
                  <a:cubicBezTo>
                    <a:pt x="25" y="263"/>
                    <a:pt x="24" y="263"/>
                    <a:pt x="22" y="263"/>
                  </a:cubicBezTo>
                  <a:lnTo>
                    <a:pt x="11" y="262"/>
                  </a:lnTo>
                  <a:cubicBezTo>
                    <a:pt x="10" y="262"/>
                    <a:pt x="9" y="262"/>
                    <a:pt x="8" y="262"/>
                  </a:cubicBezTo>
                  <a:lnTo>
                    <a:pt x="0" y="263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48"/>
                  </a:lnTo>
                  <a:cubicBezTo>
                    <a:pt x="59" y="255"/>
                    <a:pt x="52" y="261"/>
                    <a:pt x="45" y="2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4">
              <a:extLst>
                <a:ext uri="{FF2B5EF4-FFF2-40B4-BE49-F238E27FC236}">
                  <a16:creationId xmlns:a16="http://schemas.microsoft.com/office/drawing/2014/main" id="{09EE8983-03D3-D1CF-96BE-4C85F0FDD78E}"/>
                </a:ext>
              </a:extLst>
            </p:cNvPr>
            <p:cNvSpPr/>
            <p:nvPr/>
          </p:nvSpPr>
          <p:spPr>
            <a:xfrm>
              <a:off x="3565080" y="2239920"/>
              <a:ext cx="41760" cy="18000"/>
            </a:xfrm>
            <a:custGeom>
              <a:avLst/>
              <a:gdLst/>
              <a:ahLst/>
              <a:cxnLst/>
              <a:rect l="l" t="t" r="r" b="b"/>
              <a:pathLst>
                <a:path w="116" h="50" extrusionOk="0">
                  <a:moveTo>
                    <a:pt x="13" y="50"/>
                  </a:moveTo>
                  <a:lnTo>
                    <a:pt x="104" y="50"/>
                  </a:lnTo>
                  <a:cubicBezTo>
                    <a:pt x="111" y="50"/>
                    <a:pt x="116" y="45"/>
                    <a:pt x="116" y="38"/>
                  </a:cubicBezTo>
                  <a:lnTo>
                    <a:pt x="116" y="12"/>
                  </a:lnTo>
                  <a:cubicBezTo>
                    <a:pt x="116" y="5"/>
                    <a:pt x="111" y="0"/>
                    <a:pt x="104" y="0"/>
                  </a:cubicBezTo>
                  <a:lnTo>
                    <a:pt x="13" y="0"/>
                  </a:lnTo>
                  <a:cubicBezTo>
                    <a:pt x="6" y="0"/>
                    <a:pt x="0" y="5"/>
                    <a:pt x="0" y="12"/>
                  </a:cubicBezTo>
                  <a:lnTo>
                    <a:pt x="0" y="38"/>
                  </a:lnTo>
                  <a:cubicBezTo>
                    <a:pt x="0" y="45"/>
                    <a:pt x="6" y="50"/>
                    <a:pt x="13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4">
              <a:extLst>
                <a:ext uri="{FF2B5EF4-FFF2-40B4-BE49-F238E27FC236}">
                  <a16:creationId xmlns:a16="http://schemas.microsoft.com/office/drawing/2014/main" id="{19BD8272-9DAA-C67D-5CD2-F36FD102F6DC}"/>
                </a:ext>
              </a:extLst>
            </p:cNvPr>
            <p:cNvSpPr/>
            <p:nvPr/>
          </p:nvSpPr>
          <p:spPr>
            <a:xfrm>
              <a:off x="340128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4">
              <a:extLst>
                <a:ext uri="{FF2B5EF4-FFF2-40B4-BE49-F238E27FC236}">
                  <a16:creationId xmlns:a16="http://schemas.microsoft.com/office/drawing/2014/main" id="{20B72B36-574D-6DB8-4845-DBC16997FA9C}"/>
                </a:ext>
              </a:extLst>
            </p:cNvPr>
            <p:cNvSpPr/>
            <p:nvPr/>
          </p:nvSpPr>
          <p:spPr>
            <a:xfrm>
              <a:off x="342792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4">
              <a:extLst>
                <a:ext uri="{FF2B5EF4-FFF2-40B4-BE49-F238E27FC236}">
                  <a16:creationId xmlns:a16="http://schemas.microsoft.com/office/drawing/2014/main" id="{818C4B99-E271-B548-3248-65FC99670272}"/>
                </a:ext>
              </a:extLst>
            </p:cNvPr>
            <p:cNvSpPr/>
            <p:nvPr/>
          </p:nvSpPr>
          <p:spPr>
            <a:xfrm>
              <a:off x="340128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4">
              <a:extLst>
                <a:ext uri="{FF2B5EF4-FFF2-40B4-BE49-F238E27FC236}">
                  <a16:creationId xmlns:a16="http://schemas.microsoft.com/office/drawing/2014/main" id="{E7B10F28-1F65-9577-4082-1930C605645C}"/>
                </a:ext>
              </a:extLst>
            </p:cNvPr>
            <p:cNvSpPr/>
            <p:nvPr/>
          </p:nvSpPr>
          <p:spPr>
            <a:xfrm>
              <a:off x="342792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4">
              <a:extLst>
                <a:ext uri="{FF2B5EF4-FFF2-40B4-BE49-F238E27FC236}">
                  <a16:creationId xmlns:a16="http://schemas.microsoft.com/office/drawing/2014/main" id="{8DE92368-E0BC-AF57-452D-9E0F98724019}"/>
                </a:ext>
              </a:extLst>
            </p:cNvPr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793" y="0"/>
                  </a:move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220"/>
                  </a:lnTo>
                  <a:cubicBezTo>
                    <a:pt x="1013" y="99"/>
                    <a:pt x="914" y="0"/>
                    <a:pt x="7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4">
              <a:extLst>
                <a:ext uri="{FF2B5EF4-FFF2-40B4-BE49-F238E27FC236}">
                  <a16:creationId xmlns:a16="http://schemas.microsoft.com/office/drawing/2014/main" id="{313D57A5-E604-E6A4-AA10-78F220C4F38F}"/>
                </a:ext>
              </a:extLst>
            </p:cNvPr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116" y="227"/>
                  </a:moveTo>
                  <a:cubicBezTo>
                    <a:pt x="116" y="166"/>
                    <a:pt x="160" y="114"/>
                    <a:pt x="220" y="103"/>
                  </a:cubicBezTo>
                  <a:cubicBezTo>
                    <a:pt x="409" y="70"/>
                    <a:pt x="794" y="2"/>
                    <a:pt x="805" y="1"/>
                  </a:cubicBezTo>
                  <a:cubicBezTo>
                    <a:pt x="803" y="1"/>
                    <a:pt x="802" y="1"/>
                    <a:pt x="800" y="1"/>
                  </a:cubicBezTo>
                  <a:lnTo>
                    <a:pt x="790" y="0"/>
                  </a:ln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1423"/>
                  </a:lnTo>
                  <a:lnTo>
                    <a:pt x="169" y="1332"/>
                  </a:lnTo>
                  <a:cubicBezTo>
                    <a:pt x="139" y="1328"/>
                    <a:pt x="116" y="1303"/>
                    <a:pt x="116" y="1273"/>
                  </a:cubicBezTo>
                  <a:lnTo>
                    <a:pt x="116" y="22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4">
              <a:extLst>
                <a:ext uri="{FF2B5EF4-FFF2-40B4-BE49-F238E27FC236}">
                  <a16:creationId xmlns:a16="http://schemas.microsoft.com/office/drawing/2014/main" id="{1549F17F-6223-33B0-C360-BD202A8A8738}"/>
                </a:ext>
              </a:extLst>
            </p:cNvPr>
            <p:cNvSpPr/>
            <p:nvPr/>
          </p:nvSpPr>
          <p:spPr>
            <a:xfrm>
              <a:off x="2814840" y="1646640"/>
              <a:ext cx="364680" cy="104040"/>
            </a:xfrm>
            <a:custGeom>
              <a:avLst/>
              <a:gdLst/>
              <a:ahLst/>
              <a:cxnLst/>
              <a:rect l="l" t="t" r="r" b="b"/>
              <a:pathLst>
                <a:path w="1013" h="289" extrusionOk="0">
                  <a:moveTo>
                    <a:pt x="868" y="289"/>
                  </a:moveTo>
                  <a:lnTo>
                    <a:pt x="145" y="289"/>
                  </a:lnTo>
                  <a:cubicBezTo>
                    <a:pt x="66" y="289"/>
                    <a:pt x="0" y="224"/>
                    <a:pt x="0" y="145"/>
                  </a:cubicBezTo>
                  <a:cubicBezTo>
                    <a:pt x="0" y="65"/>
                    <a:pt x="66" y="0"/>
                    <a:pt x="145" y="0"/>
                  </a:cubicBezTo>
                  <a:lnTo>
                    <a:pt x="868" y="0"/>
                  </a:lnTo>
                  <a:cubicBezTo>
                    <a:pt x="947" y="0"/>
                    <a:pt x="1013" y="65"/>
                    <a:pt x="1013" y="145"/>
                  </a:cubicBezTo>
                  <a:cubicBezTo>
                    <a:pt x="1013" y="224"/>
                    <a:pt x="947" y="289"/>
                    <a:pt x="868" y="2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4">
              <a:extLst>
                <a:ext uri="{FF2B5EF4-FFF2-40B4-BE49-F238E27FC236}">
                  <a16:creationId xmlns:a16="http://schemas.microsoft.com/office/drawing/2014/main" id="{A1552B3A-ED80-5A84-121C-0C94DFC9D41A}"/>
                </a:ext>
              </a:extLst>
            </p:cNvPr>
            <p:cNvSpPr/>
            <p:nvPr/>
          </p:nvSpPr>
          <p:spPr>
            <a:xfrm>
              <a:off x="2856600" y="1665360"/>
              <a:ext cx="289440" cy="33480"/>
            </a:xfrm>
            <a:custGeom>
              <a:avLst/>
              <a:gdLst/>
              <a:ahLst/>
              <a:cxnLst/>
              <a:rect l="l" t="t" r="r" b="b"/>
              <a:pathLst>
                <a:path w="804" h="93" extrusionOk="0">
                  <a:moveTo>
                    <a:pt x="757" y="93"/>
                  </a:moveTo>
                  <a:lnTo>
                    <a:pt x="46" y="93"/>
                  </a:lnTo>
                  <a:cubicBezTo>
                    <a:pt x="21" y="93"/>
                    <a:pt x="0" y="72"/>
                    <a:pt x="0" y="46"/>
                  </a:cubicBezTo>
                  <a:cubicBezTo>
                    <a:pt x="0" y="21"/>
                    <a:pt x="21" y="0"/>
                    <a:pt x="46" y="0"/>
                  </a:cubicBezTo>
                  <a:lnTo>
                    <a:pt x="757" y="0"/>
                  </a:lnTo>
                  <a:cubicBezTo>
                    <a:pt x="783" y="0"/>
                    <a:pt x="804" y="21"/>
                    <a:pt x="804" y="46"/>
                  </a:cubicBezTo>
                  <a:cubicBezTo>
                    <a:pt x="804" y="72"/>
                    <a:pt x="783" y="93"/>
                    <a:pt x="757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4">
              <a:extLst>
                <a:ext uri="{FF2B5EF4-FFF2-40B4-BE49-F238E27FC236}">
                  <a16:creationId xmlns:a16="http://schemas.microsoft.com/office/drawing/2014/main" id="{9B0BE662-E1C4-DEB3-7137-E3DA08705EF6}"/>
                </a:ext>
              </a:extLst>
            </p:cNvPr>
            <p:cNvSpPr/>
            <p:nvPr/>
          </p:nvSpPr>
          <p:spPr>
            <a:xfrm>
              <a:off x="2939400" y="1715040"/>
              <a:ext cx="120600" cy="13680"/>
            </a:xfrm>
            <a:custGeom>
              <a:avLst/>
              <a:gdLst/>
              <a:ahLst/>
              <a:cxnLst/>
              <a:rect l="l" t="t" r="r" b="b"/>
              <a:pathLst>
                <a:path w="335" h="38" extrusionOk="0">
                  <a:moveTo>
                    <a:pt x="316" y="38"/>
                  </a:moveTo>
                  <a:lnTo>
                    <a:pt x="18" y="38"/>
                  </a:lnTo>
                  <a:cubicBezTo>
                    <a:pt x="8" y="38"/>
                    <a:pt x="0" y="2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lnTo>
                    <a:pt x="316" y="0"/>
                  </a:lnTo>
                  <a:cubicBezTo>
                    <a:pt x="326" y="0"/>
                    <a:pt x="335" y="9"/>
                    <a:pt x="335" y="19"/>
                  </a:cubicBezTo>
                  <a:cubicBezTo>
                    <a:pt x="335" y="29"/>
                    <a:pt x="326" y="38"/>
                    <a:pt x="31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4">
              <a:extLst>
                <a:ext uri="{FF2B5EF4-FFF2-40B4-BE49-F238E27FC236}">
                  <a16:creationId xmlns:a16="http://schemas.microsoft.com/office/drawing/2014/main" id="{494C32D9-B859-ED71-7C96-FA5767A5C08D}"/>
                </a:ext>
              </a:extLst>
            </p:cNvPr>
            <p:cNvSpPr/>
            <p:nvPr/>
          </p:nvSpPr>
          <p:spPr>
            <a:xfrm>
              <a:off x="3116880" y="1671840"/>
              <a:ext cx="20160" cy="20520"/>
            </a:xfrm>
            <a:custGeom>
              <a:avLst/>
              <a:gdLst/>
              <a:ahLst/>
              <a:cxnLst/>
              <a:rect l="l" t="t" r="r" b="b"/>
              <a:pathLst>
                <a:path w="56" h="57" extrusionOk="0">
                  <a:moveTo>
                    <a:pt x="56" y="28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12" y="57"/>
                    <a:pt x="0" y="44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4">
              <a:extLst>
                <a:ext uri="{FF2B5EF4-FFF2-40B4-BE49-F238E27FC236}">
                  <a16:creationId xmlns:a16="http://schemas.microsoft.com/office/drawing/2014/main" id="{C5BE9D03-0E5A-FC95-AAAF-4935B069C220}"/>
                </a:ext>
              </a:extLst>
            </p:cNvPr>
            <p:cNvSpPr/>
            <p:nvPr/>
          </p:nvSpPr>
          <p:spPr>
            <a:xfrm>
              <a:off x="2923560" y="1887840"/>
              <a:ext cx="136440" cy="224640"/>
            </a:xfrm>
            <a:custGeom>
              <a:avLst/>
              <a:gdLst/>
              <a:ahLst/>
              <a:cxnLst/>
              <a:rect l="l" t="t" r="r" b="b"/>
              <a:pathLst>
                <a:path w="379" h="624" extrusionOk="0">
                  <a:moveTo>
                    <a:pt x="41" y="0"/>
                  </a:moveTo>
                  <a:lnTo>
                    <a:pt x="0" y="624"/>
                  </a:lnTo>
                  <a:lnTo>
                    <a:pt x="369" y="624"/>
                  </a:lnTo>
                  <a:lnTo>
                    <a:pt x="379" y="59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4">
              <a:extLst>
                <a:ext uri="{FF2B5EF4-FFF2-40B4-BE49-F238E27FC236}">
                  <a16:creationId xmlns:a16="http://schemas.microsoft.com/office/drawing/2014/main" id="{6471881E-BB53-CD7A-77E4-96EC5F76B132}"/>
                </a:ext>
              </a:extLst>
            </p:cNvPr>
            <p:cNvSpPr/>
            <p:nvPr/>
          </p:nvSpPr>
          <p:spPr>
            <a:xfrm>
              <a:off x="2941560" y="1904760"/>
              <a:ext cx="118440" cy="197280"/>
            </a:xfrm>
            <a:custGeom>
              <a:avLst/>
              <a:gdLst/>
              <a:ahLst/>
              <a:cxnLst/>
              <a:rect l="l" t="t" r="r" b="b"/>
              <a:pathLst>
                <a:path w="329" h="548" extrusionOk="0">
                  <a:moveTo>
                    <a:pt x="329" y="548"/>
                  </a:moveTo>
                  <a:lnTo>
                    <a:pt x="0" y="548"/>
                  </a:lnTo>
                  <a:lnTo>
                    <a:pt x="0" y="0"/>
                  </a:lnTo>
                  <a:lnTo>
                    <a:pt x="329" y="0"/>
                  </a:lnTo>
                  <a:lnTo>
                    <a:pt x="329" y="5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44">
              <a:extLst>
                <a:ext uri="{FF2B5EF4-FFF2-40B4-BE49-F238E27FC236}">
                  <a16:creationId xmlns:a16="http://schemas.microsoft.com/office/drawing/2014/main" id="{0367BDC6-84E5-E0AB-08EF-B0B217C85D70}"/>
                </a:ext>
              </a:extLst>
            </p:cNvPr>
            <p:cNvSpPr/>
            <p:nvPr/>
          </p:nvSpPr>
          <p:spPr>
            <a:xfrm>
              <a:off x="2990520" y="1847880"/>
              <a:ext cx="250200" cy="91440"/>
            </a:xfrm>
            <a:custGeom>
              <a:avLst/>
              <a:gdLst/>
              <a:ahLst/>
              <a:cxnLst/>
              <a:rect l="l" t="t" r="r" b="b"/>
              <a:pathLst>
                <a:path w="695" h="254" extrusionOk="0">
                  <a:moveTo>
                    <a:pt x="695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695" y="0"/>
                  </a:lnTo>
                  <a:lnTo>
                    <a:pt x="695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4">
              <a:extLst>
                <a:ext uri="{FF2B5EF4-FFF2-40B4-BE49-F238E27FC236}">
                  <a16:creationId xmlns:a16="http://schemas.microsoft.com/office/drawing/2014/main" id="{7D2529E4-4072-E034-FA2A-9EC629AB5565}"/>
                </a:ext>
              </a:extLst>
            </p:cNvPr>
            <p:cNvSpPr/>
            <p:nvPr/>
          </p:nvSpPr>
          <p:spPr>
            <a:xfrm>
              <a:off x="3060000" y="1932480"/>
              <a:ext cx="119520" cy="36360"/>
            </a:xfrm>
            <a:custGeom>
              <a:avLst/>
              <a:gdLst/>
              <a:ahLst/>
              <a:cxnLst/>
              <a:rect l="l" t="t" r="r" b="b"/>
              <a:pathLst>
                <a:path w="332" h="101" extrusionOk="0">
                  <a:moveTo>
                    <a:pt x="332" y="19"/>
                  </a:moveTo>
                  <a:lnTo>
                    <a:pt x="332" y="63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332" y="19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4">
              <a:extLst>
                <a:ext uri="{FF2B5EF4-FFF2-40B4-BE49-F238E27FC236}">
                  <a16:creationId xmlns:a16="http://schemas.microsoft.com/office/drawing/2014/main" id="{A54F8553-03FB-97CB-E74B-289CE1DB89FD}"/>
                </a:ext>
              </a:extLst>
            </p:cNvPr>
            <p:cNvSpPr/>
            <p:nvPr/>
          </p:nvSpPr>
          <p:spPr>
            <a:xfrm>
              <a:off x="3300120" y="1847880"/>
              <a:ext cx="194760" cy="91440"/>
            </a:xfrm>
            <a:custGeom>
              <a:avLst/>
              <a:gdLst/>
              <a:ahLst/>
              <a:cxnLst/>
              <a:rect l="l" t="t" r="r" b="b"/>
              <a:pathLst>
                <a:path w="541" h="254" extrusionOk="0">
                  <a:moveTo>
                    <a:pt x="541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541" y="0"/>
                  </a:lnTo>
                  <a:lnTo>
                    <a:pt x="541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4">
              <a:extLst>
                <a:ext uri="{FF2B5EF4-FFF2-40B4-BE49-F238E27FC236}">
                  <a16:creationId xmlns:a16="http://schemas.microsoft.com/office/drawing/2014/main" id="{6CADDDA6-670A-8FF6-0814-9655F1E6477F}"/>
                </a:ext>
              </a:extLst>
            </p:cNvPr>
            <p:cNvSpPr/>
            <p:nvPr/>
          </p:nvSpPr>
          <p:spPr>
            <a:xfrm>
              <a:off x="3449520" y="1893600"/>
              <a:ext cx="91440" cy="122760"/>
            </a:xfrm>
            <a:custGeom>
              <a:avLst/>
              <a:gdLst/>
              <a:ahLst/>
              <a:cxnLst/>
              <a:rect l="l" t="t" r="r" b="b"/>
              <a:pathLst>
                <a:path w="254" h="341" extrusionOk="0">
                  <a:moveTo>
                    <a:pt x="0" y="0"/>
                  </a:moveTo>
                  <a:lnTo>
                    <a:pt x="254" y="0"/>
                  </a:lnTo>
                  <a:lnTo>
                    <a:pt x="254" y="341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4">
              <a:extLst>
                <a:ext uri="{FF2B5EF4-FFF2-40B4-BE49-F238E27FC236}">
                  <a16:creationId xmlns:a16="http://schemas.microsoft.com/office/drawing/2014/main" id="{DC841D30-9955-6E80-B8EF-1BDC96554051}"/>
                </a:ext>
              </a:extLst>
            </p:cNvPr>
            <p:cNvSpPr/>
            <p:nvPr/>
          </p:nvSpPr>
          <p:spPr>
            <a:xfrm>
              <a:off x="3002400" y="1925640"/>
              <a:ext cx="508680" cy="13680"/>
            </a:xfrm>
            <a:custGeom>
              <a:avLst/>
              <a:gdLst/>
              <a:ahLst/>
              <a:cxnLst/>
              <a:rect l="l" t="t" r="r" b="b"/>
              <a:pathLst>
                <a:path w="1413" h="38" extrusionOk="0">
                  <a:moveTo>
                    <a:pt x="141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413" y="38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4">
              <a:extLst>
                <a:ext uri="{FF2B5EF4-FFF2-40B4-BE49-F238E27FC236}">
                  <a16:creationId xmlns:a16="http://schemas.microsoft.com/office/drawing/2014/main" id="{0CBC8A73-F7F8-AD63-3B1E-7EB20C980BFA}"/>
                </a:ext>
              </a:extLst>
            </p:cNvPr>
            <p:cNvSpPr/>
            <p:nvPr/>
          </p:nvSpPr>
          <p:spPr>
            <a:xfrm>
              <a:off x="29379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6"/>
                  </a:moveTo>
                  <a:cubicBezTo>
                    <a:pt x="351" y="273"/>
                    <a:pt x="273" y="351"/>
                    <a:pt x="176" y="351"/>
                  </a:cubicBezTo>
                  <a:cubicBezTo>
                    <a:pt x="79" y="351"/>
                    <a:pt x="0" y="273"/>
                    <a:pt x="0" y="176"/>
                  </a:cubicBezTo>
                  <a:cubicBezTo>
                    <a:pt x="0" y="79"/>
                    <a:pt x="79" y="0"/>
                    <a:pt x="176" y="0"/>
                  </a:cubicBezTo>
                  <a:cubicBezTo>
                    <a:pt x="273" y="0"/>
                    <a:pt x="351" y="79"/>
                    <a:pt x="351" y="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4">
              <a:extLst>
                <a:ext uri="{FF2B5EF4-FFF2-40B4-BE49-F238E27FC236}">
                  <a16:creationId xmlns:a16="http://schemas.microsoft.com/office/drawing/2014/main" id="{9691193A-F4F0-0196-E24C-5720AFE98603}"/>
                </a:ext>
              </a:extLst>
            </p:cNvPr>
            <p:cNvSpPr/>
            <p:nvPr/>
          </p:nvSpPr>
          <p:spPr>
            <a:xfrm>
              <a:off x="31845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5"/>
                  </a:moveTo>
                  <a:cubicBezTo>
                    <a:pt x="351" y="272"/>
                    <a:pt x="273" y="351"/>
                    <a:pt x="176" y="351"/>
                  </a:cubicBezTo>
                  <a:cubicBezTo>
                    <a:pt x="79" y="351"/>
                    <a:pt x="0" y="272"/>
                    <a:pt x="0" y="175"/>
                  </a:cubicBezTo>
                  <a:cubicBezTo>
                    <a:pt x="0" y="78"/>
                    <a:pt x="79" y="0"/>
                    <a:pt x="176" y="0"/>
                  </a:cubicBezTo>
                  <a:cubicBezTo>
                    <a:pt x="273" y="0"/>
                    <a:pt x="351" y="78"/>
                    <a:pt x="351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4">
              <a:extLst>
                <a:ext uri="{FF2B5EF4-FFF2-40B4-BE49-F238E27FC236}">
                  <a16:creationId xmlns:a16="http://schemas.microsoft.com/office/drawing/2014/main" id="{44726535-CFB1-EE86-D464-EC27E5CD8814}"/>
                </a:ext>
              </a:extLst>
            </p:cNvPr>
            <p:cNvSpPr/>
            <p:nvPr/>
          </p:nvSpPr>
          <p:spPr>
            <a:xfrm>
              <a:off x="3435480" y="2012040"/>
              <a:ext cx="119520" cy="142200"/>
            </a:xfrm>
            <a:custGeom>
              <a:avLst/>
              <a:gdLst/>
              <a:ahLst/>
              <a:cxnLst/>
              <a:rect l="l" t="t" r="r" b="b"/>
              <a:pathLst>
                <a:path w="332" h="395" extrusionOk="0">
                  <a:moveTo>
                    <a:pt x="0" y="0"/>
                  </a:moveTo>
                  <a:lnTo>
                    <a:pt x="332" y="0"/>
                  </a:lnTo>
                  <a:lnTo>
                    <a:pt x="332" y="395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4">
              <a:extLst>
                <a:ext uri="{FF2B5EF4-FFF2-40B4-BE49-F238E27FC236}">
                  <a16:creationId xmlns:a16="http://schemas.microsoft.com/office/drawing/2014/main" id="{2EE4E5B0-AA0A-BBDE-717D-6B84BED4122D}"/>
                </a:ext>
              </a:extLst>
            </p:cNvPr>
            <p:cNvSpPr/>
            <p:nvPr/>
          </p:nvSpPr>
          <p:spPr>
            <a:xfrm>
              <a:off x="3449520" y="1925640"/>
              <a:ext cx="21600" cy="86400"/>
            </a:xfrm>
            <a:custGeom>
              <a:avLst/>
              <a:gdLst/>
              <a:ahLst/>
              <a:cxnLst/>
              <a:rect l="l" t="t" r="r" b="b"/>
              <a:pathLst>
                <a:path w="60" h="240" extrusionOk="0">
                  <a:moveTo>
                    <a:pt x="60" y="240"/>
                  </a:moveTo>
                  <a:lnTo>
                    <a:pt x="0" y="2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4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1400" rIns="90000" bIns="41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4">
              <a:extLst>
                <a:ext uri="{FF2B5EF4-FFF2-40B4-BE49-F238E27FC236}">
                  <a16:creationId xmlns:a16="http://schemas.microsoft.com/office/drawing/2014/main" id="{48C6CE23-4BB0-9974-3255-00A2B0BEABD3}"/>
                </a:ext>
              </a:extLst>
            </p:cNvPr>
            <p:cNvSpPr/>
            <p:nvPr/>
          </p:nvSpPr>
          <p:spPr>
            <a:xfrm>
              <a:off x="3432240" y="1830600"/>
              <a:ext cx="126000" cy="126360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350" y="175"/>
                  </a:moveTo>
                  <a:cubicBezTo>
                    <a:pt x="350" y="272"/>
                    <a:pt x="271" y="351"/>
                    <a:pt x="174" y="351"/>
                  </a:cubicBezTo>
                  <a:cubicBezTo>
                    <a:pt x="78" y="351"/>
                    <a:pt x="0" y="272"/>
                    <a:pt x="0" y="175"/>
                  </a:cubicBezTo>
                  <a:cubicBezTo>
                    <a:pt x="0" y="78"/>
                    <a:pt x="78" y="0"/>
                    <a:pt x="174" y="0"/>
                  </a:cubicBezTo>
                  <a:cubicBezTo>
                    <a:pt x="271" y="0"/>
                    <a:pt x="350" y="78"/>
                    <a:pt x="350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4">
              <a:extLst>
                <a:ext uri="{FF2B5EF4-FFF2-40B4-BE49-F238E27FC236}">
                  <a16:creationId xmlns:a16="http://schemas.microsoft.com/office/drawing/2014/main" id="{7779BCEB-8442-B572-1A04-34324AECA842}"/>
                </a:ext>
              </a:extLst>
            </p:cNvPr>
            <p:cNvSpPr/>
            <p:nvPr/>
          </p:nvSpPr>
          <p:spPr>
            <a:xfrm>
              <a:off x="2765880" y="2594880"/>
              <a:ext cx="36360" cy="86040"/>
            </a:xfrm>
            <a:custGeom>
              <a:avLst/>
              <a:gdLst/>
              <a:ahLst/>
              <a:cxnLst/>
              <a:rect l="l" t="t" r="r" b="b"/>
              <a:pathLst>
                <a:path w="101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1" y="23"/>
                    <a:pt x="101" y="51"/>
                  </a:cubicBezTo>
                  <a:lnTo>
                    <a:pt x="101" y="188"/>
                  </a:lnTo>
                  <a:cubicBezTo>
                    <a:pt x="101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4">
              <a:extLst>
                <a:ext uri="{FF2B5EF4-FFF2-40B4-BE49-F238E27FC236}">
                  <a16:creationId xmlns:a16="http://schemas.microsoft.com/office/drawing/2014/main" id="{B5E0D225-0789-1CEE-C8EA-DE35C4AB4130}"/>
                </a:ext>
              </a:extLst>
            </p:cNvPr>
            <p:cNvSpPr/>
            <p:nvPr/>
          </p:nvSpPr>
          <p:spPr>
            <a:xfrm>
              <a:off x="3192120" y="2594880"/>
              <a:ext cx="36720" cy="86040"/>
            </a:xfrm>
            <a:custGeom>
              <a:avLst/>
              <a:gdLst/>
              <a:ahLst/>
              <a:cxnLst/>
              <a:rect l="l" t="t" r="r" b="b"/>
              <a:pathLst>
                <a:path w="102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2" y="23"/>
                    <a:pt x="102" y="51"/>
                  </a:cubicBezTo>
                  <a:lnTo>
                    <a:pt x="102" y="188"/>
                  </a:lnTo>
                  <a:cubicBezTo>
                    <a:pt x="102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4">
              <a:extLst>
                <a:ext uri="{FF2B5EF4-FFF2-40B4-BE49-F238E27FC236}">
                  <a16:creationId xmlns:a16="http://schemas.microsoft.com/office/drawing/2014/main" id="{20A1C3BD-B563-325A-0C5B-96C41A19E137}"/>
                </a:ext>
              </a:extLst>
            </p:cNvPr>
            <p:cNvSpPr/>
            <p:nvPr/>
          </p:nvSpPr>
          <p:spPr>
            <a:xfrm>
              <a:off x="2743920" y="2413800"/>
              <a:ext cx="506520" cy="216720"/>
            </a:xfrm>
            <a:custGeom>
              <a:avLst/>
              <a:gdLst/>
              <a:ahLst/>
              <a:cxnLst/>
              <a:rect l="l" t="t" r="r" b="b"/>
              <a:pathLst>
                <a:path w="1407" h="602" extrusionOk="0">
                  <a:moveTo>
                    <a:pt x="1357" y="602"/>
                  </a:moveTo>
                  <a:lnTo>
                    <a:pt x="50" y="602"/>
                  </a:lnTo>
                  <a:cubicBezTo>
                    <a:pt x="22" y="602"/>
                    <a:pt x="0" y="579"/>
                    <a:pt x="0" y="552"/>
                  </a:cubicBezTo>
                  <a:lnTo>
                    <a:pt x="0" y="0"/>
                  </a:lnTo>
                  <a:lnTo>
                    <a:pt x="1407" y="0"/>
                  </a:lnTo>
                  <a:lnTo>
                    <a:pt x="1407" y="552"/>
                  </a:lnTo>
                  <a:cubicBezTo>
                    <a:pt x="1407" y="579"/>
                    <a:pt x="1385" y="602"/>
                    <a:pt x="1357" y="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4">
              <a:extLst>
                <a:ext uri="{FF2B5EF4-FFF2-40B4-BE49-F238E27FC236}">
                  <a16:creationId xmlns:a16="http://schemas.microsoft.com/office/drawing/2014/main" id="{3525A4E2-BCFF-572A-E339-C527693929CF}"/>
                </a:ext>
              </a:extLst>
            </p:cNvPr>
            <p:cNvSpPr/>
            <p:nvPr/>
          </p:nvSpPr>
          <p:spPr>
            <a:xfrm>
              <a:off x="2743920" y="236520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407" y="135"/>
                  </a:moveTo>
                  <a:lnTo>
                    <a:pt x="0" y="135"/>
                  </a:lnTo>
                  <a:lnTo>
                    <a:pt x="0" y="44"/>
                  </a:lnTo>
                  <a:cubicBezTo>
                    <a:pt x="0" y="20"/>
                    <a:pt x="20" y="0"/>
                    <a:pt x="44" y="0"/>
                  </a:cubicBezTo>
                  <a:lnTo>
                    <a:pt x="1363" y="0"/>
                  </a:lnTo>
                  <a:cubicBezTo>
                    <a:pt x="1387" y="0"/>
                    <a:pt x="1407" y="20"/>
                    <a:pt x="1407" y="44"/>
                  </a:cubicBezTo>
                  <a:lnTo>
                    <a:pt x="1407" y="1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4">
              <a:extLst>
                <a:ext uri="{FF2B5EF4-FFF2-40B4-BE49-F238E27FC236}">
                  <a16:creationId xmlns:a16="http://schemas.microsoft.com/office/drawing/2014/main" id="{AD1707ED-4D1A-3BEA-F710-AB65AE1931AE}"/>
                </a:ext>
              </a:extLst>
            </p:cNvPr>
            <p:cNvSpPr/>
            <p:nvPr/>
          </p:nvSpPr>
          <p:spPr>
            <a:xfrm>
              <a:off x="2757240" y="2316960"/>
              <a:ext cx="478800" cy="48240"/>
            </a:xfrm>
            <a:custGeom>
              <a:avLst/>
              <a:gdLst/>
              <a:ahLst/>
              <a:cxnLst/>
              <a:rect l="l" t="t" r="r" b="b"/>
              <a:pathLst>
                <a:path w="1330" h="134" extrusionOk="0">
                  <a:moveTo>
                    <a:pt x="1330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330" y="0"/>
                  </a:lnTo>
                  <a:lnTo>
                    <a:pt x="1330" y="1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4">
              <a:extLst>
                <a:ext uri="{FF2B5EF4-FFF2-40B4-BE49-F238E27FC236}">
                  <a16:creationId xmlns:a16="http://schemas.microsoft.com/office/drawing/2014/main" id="{81EF1997-CE78-B311-AC14-6B4B00DB8431}"/>
                </a:ext>
              </a:extLst>
            </p:cNvPr>
            <p:cNvSpPr/>
            <p:nvPr/>
          </p:nvSpPr>
          <p:spPr>
            <a:xfrm>
              <a:off x="2743920" y="226836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365" y="135"/>
                  </a:moveTo>
                  <a:lnTo>
                    <a:pt x="42" y="135"/>
                  </a:lnTo>
                  <a:cubicBezTo>
                    <a:pt x="19" y="135"/>
                    <a:pt x="0" y="116"/>
                    <a:pt x="0" y="93"/>
                  </a:cubicBezTo>
                  <a:lnTo>
                    <a:pt x="0" y="42"/>
                  </a:lnTo>
                  <a:cubicBezTo>
                    <a:pt x="0" y="19"/>
                    <a:pt x="19" y="0"/>
                    <a:pt x="42" y="0"/>
                  </a:cubicBezTo>
                  <a:lnTo>
                    <a:pt x="1365" y="0"/>
                  </a:lnTo>
                  <a:cubicBezTo>
                    <a:pt x="1388" y="0"/>
                    <a:pt x="1407" y="19"/>
                    <a:pt x="1407" y="42"/>
                  </a:cubicBezTo>
                  <a:lnTo>
                    <a:pt x="1407" y="93"/>
                  </a:lnTo>
                  <a:cubicBezTo>
                    <a:pt x="1407" y="116"/>
                    <a:pt x="1388" y="135"/>
                    <a:pt x="1365" y="1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4">
              <a:extLst>
                <a:ext uri="{FF2B5EF4-FFF2-40B4-BE49-F238E27FC236}">
                  <a16:creationId xmlns:a16="http://schemas.microsoft.com/office/drawing/2014/main" id="{C5EB03EB-6E91-1A72-877F-7332D6B953EF}"/>
                </a:ext>
              </a:extLst>
            </p:cNvPr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446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446" y="0"/>
                  </a:lnTo>
                  <a:lnTo>
                    <a:pt x="446" y="2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4">
              <a:extLst>
                <a:ext uri="{FF2B5EF4-FFF2-40B4-BE49-F238E27FC236}">
                  <a16:creationId xmlns:a16="http://schemas.microsoft.com/office/drawing/2014/main" id="{C0D42018-85A9-B39D-5BEC-6424BC8A4A40}"/>
                </a:ext>
              </a:extLst>
            </p:cNvPr>
            <p:cNvSpPr/>
            <p:nvPr/>
          </p:nvSpPr>
          <p:spPr>
            <a:xfrm>
              <a:off x="2939760" y="2474280"/>
              <a:ext cx="116280" cy="47520"/>
            </a:xfrm>
            <a:custGeom>
              <a:avLst/>
              <a:gdLst/>
              <a:ahLst/>
              <a:cxnLst/>
              <a:rect l="l" t="t" r="r" b="b"/>
              <a:pathLst>
                <a:path w="323" h="132" extrusionOk="0">
                  <a:moveTo>
                    <a:pt x="323" y="132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323" y="0"/>
                  </a:lnTo>
                  <a:lnTo>
                    <a:pt x="323" y="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500" rIns="90000" bIns="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4">
              <a:extLst>
                <a:ext uri="{FF2B5EF4-FFF2-40B4-BE49-F238E27FC236}">
                  <a16:creationId xmlns:a16="http://schemas.microsoft.com/office/drawing/2014/main" id="{56A9F1CF-DB7D-423A-DDB6-154E5DF38637}"/>
                </a:ext>
              </a:extLst>
            </p:cNvPr>
            <p:cNvSpPr/>
            <p:nvPr/>
          </p:nvSpPr>
          <p:spPr>
            <a:xfrm>
              <a:off x="2939760" y="2316960"/>
              <a:ext cx="116640" cy="48240"/>
            </a:xfrm>
            <a:custGeom>
              <a:avLst/>
              <a:gdLst/>
              <a:ahLst/>
              <a:cxnLst/>
              <a:rect l="l" t="t" r="r" b="b"/>
              <a:pathLst>
                <a:path w="324" h="134" extrusionOk="0">
                  <a:moveTo>
                    <a:pt x="324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324" y="0"/>
                  </a:lnTo>
                  <a:lnTo>
                    <a:pt x="324" y="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4">
              <a:extLst>
                <a:ext uri="{FF2B5EF4-FFF2-40B4-BE49-F238E27FC236}">
                  <a16:creationId xmlns:a16="http://schemas.microsoft.com/office/drawing/2014/main" id="{6B062D1E-0867-408C-7668-84CD6CF61DA9}"/>
                </a:ext>
              </a:extLst>
            </p:cNvPr>
            <p:cNvSpPr/>
            <p:nvPr/>
          </p:nvSpPr>
          <p:spPr>
            <a:xfrm>
              <a:off x="2980440" y="2323800"/>
              <a:ext cx="34920" cy="34560"/>
            </a:xfrm>
            <a:custGeom>
              <a:avLst/>
              <a:gdLst/>
              <a:ahLst/>
              <a:cxnLst/>
              <a:rect l="l" t="t" r="r" b="b"/>
              <a:pathLst>
                <a:path w="97" h="96" extrusionOk="0">
                  <a:moveTo>
                    <a:pt x="97" y="48"/>
                  </a:moveTo>
                  <a:cubicBezTo>
                    <a:pt x="97" y="75"/>
                    <a:pt x="75" y="96"/>
                    <a:pt x="49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5" y="0"/>
                    <a:pt x="97" y="22"/>
                    <a:pt x="9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4">
              <a:extLst>
                <a:ext uri="{FF2B5EF4-FFF2-40B4-BE49-F238E27FC236}">
                  <a16:creationId xmlns:a16="http://schemas.microsoft.com/office/drawing/2014/main" id="{16D6E19C-3AA0-4EF4-B79A-013E1AF1B50E}"/>
                </a:ext>
              </a:extLst>
            </p:cNvPr>
            <p:cNvSpPr/>
            <p:nvPr/>
          </p:nvSpPr>
          <p:spPr>
            <a:xfrm>
              <a:off x="2757240" y="2316960"/>
              <a:ext cx="478800" cy="24120"/>
            </a:xfrm>
            <a:custGeom>
              <a:avLst/>
              <a:gdLst/>
              <a:ahLst/>
              <a:cxnLst/>
              <a:rect l="l" t="t" r="r" b="b"/>
              <a:pathLst>
                <a:path w="1330" h="67" extrusionOk="0">
                  <a:moveTo>
                    <a:pt x="1328" y="0"/>
                  </a:moveTo>
                  <a:lnTo>
                    <a:pt x="1330" y="19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4">
              <a:extLst>
                <a:ext uri="{FF2B5EF4-FFF2-40B4-BE49-F238E27FC236}">
                  <a16:creationId xmlns:a16="http://schemas.microsoft.com/office/drawing/2014/main" id="{8C056FF0-27D1-1D7F-9B39-E81B6BCD8059}"/>
                </a:ext>
              </a:extLst>
            </p:cNvPr>
            <p:cNvSpPr/>
            <p:nvPr/>
          </p:nvSpPr>
          <p:spPr>
            <a:xfrm>
              <a:off x="2974320" y="2481840"/>
              <a:ext cx="68760" cy="30960"/>
            </a:xfrm>
            <a:custGeom>
              <a:avLst/>
              <a:gdLst/>
              <a:ahLst/>
              <a:cxnLst/>
              <a:rect l="l" t="t" r="r" b="b"/>
              <a:pathLst>
                <a:path w="191" h="86" extrusionOk="0">
                  <a:moveTo>
                    <a:pt x="191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4">
              <a:extLst>
                <a:ext uri="{FF2B5EF4-FFF2-40B4-BE49-F238E27FC236}">
                  <a16:creationId xmlns:a16="http://schemas.microsoft.com/office/drawing/2014/main" id="{0DB6FE50-21FB-6E7D-B7E8-53D2932F8A70}"/>
                </a:ext>
              </a:extLst>
            </p:cNvPr>
            <p:cNvSpPr/>
            <p:nvPr/>
          </p:nvSpPr>
          <p:spPr>
            <a:xfrm>
              <a:off x="2743920" y="2413800"/>
              <a:ext cx="506520" cy="24120"/>
            </a:xfrm>
            <a:custGeom>
              <a:avLst/>
              <a:gdLst/>
              <a:ahLst/>
              <a:cxnLst/>
              <a:rect l="l" t="t" r="r" b="b"/>
              <a:pathLst>
                <a:path w="1407" h="67" extrusionOk="0">
                  <a:moveTo>
                    <a:pt x="1407" y="0"/>
                  </a:moveTo>
                  <a:lnTo>
                    <a:pt x="1407" y="25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4">
              <a:extLst>
                <a:ext uri="{FF2B5EF4-FFF2-40B4-BE49-F238E27FC236}">
                  <a16:creationId xmlns:a16="http://schemas.microsoft.com/office/drawing/2014/main" id="{344DF8D3-CDC1-5AB8-BE58-C133F30958AC}"/>
                </a:ext>
              </a:extLst>
            </p:cNvPr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0" y="0"/>
                  </a:moveTo>
                  <a:lnTo>
                    <a:pt x="446" y="204"/>
                  </a:lnTo>
                  <a:lnTo>
                    <a:pt x="4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4">
              <a:extLst>
                <a:ext uri="{FF2B5EF4-FFF2-40B4-BE49-F238E27FC236}">
                  <a16:creationId xmlns:a16="http://schemas.microsoft.com/office/drawing/2014/main" id="{3DE99E7D-CCD3-29C3-EBF5-49F10DBB74C8}"/>
                </a:ext>
              </a:extLst>
            </p:cNvPr>
            <p:cNvSpPr/>
            <p:nvPr/>
          </p:nvSpPr>
          <p:spPr>
            <a:xfrm>
              <a:off x="2990520" y="233388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0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4">
              <a:extLst>
                <a:ext uri="{FF2B5EF4-FFF2-40B4-BE49-F238E27FC236}">
                  <a16:creationId xmlns:a16="http://schemas.microsoft.com/office/drawing/2014/main" id="{C0D51E28-8802-A884-AB9B-93C05B4A3D0D}"/>
                </a:ext>
              </a:extLst>
            </p:cNvPr>
            <p:cNvSpPr/>
            <p:nvPr/>
          </p:nvSpPr>
          <p:spPr>
            <a:xfrm>
              <a:off x="2951280" y="249804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1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10" y="41"/>
                    <a:pt x="0" y="32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2" y="0"/>
                    <a:pt x="41" y="9"/>
                    <a:pt x="41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01016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CE272281-09C4-458B-0D54-DEF7901B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E5AAFE-FB73-8E87-5C41-74C5B6592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50" y="787350"/>
            <a:ext cx="2937601" cy="3943926"/>
          </a:xfrm>
          <a:prstGeom prst="rect">
            <a:avLst/>
          </a:prstGeom>
        </p:spPr>
      </p:pic>
      <p:sp>
        <p:nvSpPr>
          <p:cNvPr id="321" name="Google Shape;321;p31">
            <a:extLst>
              <a:ext uri="{FF2B5EF4-FFF2-40B4-BE49-F238E27FC236}">
                <a16:creationId xmlns:a16="http://schemas.microsoft.com/office/drawing/2014/main" id="{A557AC61-96BA-5CD8-3373-50E026997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2188427"/>
            <a:ext cx="4572000" cy="1141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Challenges associated with implementation of Cobots</a:t>
            </a:r>
            <a:endParaRPr sz="3200" dirty="0"/>
          </a:p>
        </p:txBody>
      </p:sp>
      <p:sp>
        <p:nvSpPr>
          <p:cNvPr id="322" name="Google Shape;322;p31">
            <a:extLst>
              <a:ext uri="{FF2B5EF4-FFF2-40B4-BE49-F238E27FC236}">
                <a16:creationId xmlns:a16="http://schemas.microsoft.com/office/drawing/2014/main" id="{3932E463-F375-7800-9E82-26152CF6247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72000" y="787350"/>
            <a:ext cx="12231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BB6AA8-4E74-34FD-5F55-F99D3846B9B1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258658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36"/>
          <p:cNvGrpSpPr/>
          <p:nvPr/>
        </p:nvGrpSpPr>
        <p:grpSpPr>
          <a:xfrm>
            <a:off x="801039" y="1646688"/>
            <a:ext cx="2587530" cy="3084637"/>
            <a:chOff x="2743920" y="1646640"/>
            <a:chExt cx="867600" cy="1034280"/>
          </a:xfrm>
        </p:grpSpPr>
        <p:sp>
          <p:nvSpPr>
            <p:cNvPr id="402" name="Google Shape;402;p36"/>
            <p:cNvSpPr/>
            <p:nvPr/>
          </p:nvSpPr>
          <p:spPr>
            <a:xfrm>
              <a:off x="3375000" y="2154240"/>
              <a:ext cx="236520" cy="232920"/>
            </a:xfrm>
            <a:custGeom>
              <a:avLst/>
              <a:gdLst/>
              <a:ahLst/>
              <a:cxnLst/>
              <a:rect l="l" t="t" r="r" b="b"/>
              <a:pathLst>
                <a:path w="657" h="647" extrusionOk="0">
                  <a:moveTo>
                    <a:pt x="657" y="647"/>
                  </a:moveTo>
                  <a:lnTo>
                    <a:pt x="0" y="647"/>
                  </a:lnTo>
                  <a:lnTo>
                    <a:pt x="0" y="0"/>
                  </a:lnTo>
                  <a:lnTo>
                    <a:pt x="657" y="0"/>
                  </a:lnTo>
                  <a:lnTo>
                    <a:pt x="657" y="6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3401280" y="217548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3461040" y="236232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3401280" y="2189160"/>
              <a:ext cx="78480" cy="4680"/>
            </a:xfrm>
            <a:custGeom>
              <a:avLst/>
              <a:gdLst/>
              <a:ahLst/>
              <a:cxnLst/>
              <a:rect l="l" t="t" r="r" b="b"/>
              <a:pathLst>
                <a:path w="218" h="13" extrusionOk="0">
                  <a:moveTo>
                    <a:pt x="218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218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3401280" y="220428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3461040" y="235224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3486600" y="2154240"/>
              <a:ext cx="21240" cy="94680"/>
            </a:xfrm>
            <a:custGeom>
              <a:avLst/>
              <a:gdLst/>
              <a:ahLst/>
              <a:cxnLst/>
              <a:rect l="l" t="t" r="r" b="b"/>
              <a:pathLst>
                <a:path w="59" h="263" extrusionOk="0">
                  <a:moveTo>
                    <a:pt x="45" y="260"/>
                  </a:moveTo>
                  <a:lnTo>
                    <a:pt x="45" y="260"/>
                  </a:lnTo>
                  <a:cubicBezTo>
                    <a:pt x="43" y="260"/>
                    <a:pt x="42" y="260"/>
                    <a:pt x="41" y="260"/>
                  </a:cubicBezTo>
                  <a:lnTo>
                    <a:pt x="26" y="263"/>
                  </a:lnTo>
                  <a:cubicBezTo>
                    <a:pt x="25" y="263"/>
                    <a:pt x="24" y="263"/>
                    <a:pt x="22" y="263"/>
                  </a:cubicBezTo>
                  <a:lnTo>
                    <a:pt x="11" y="262"/>
                  </a:lnTo>
                  <a:cubicBezTo>
                    <a:pt x="10" y="262"/>
                    <a:pt x="9" y="262"/>
                    <a:pt x="8" y="262"/>
                  </a:cubicBezTo>
                  <a:lnTo>
                    <a:pt x="0" y="263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48"/>
                  </a:lnTo>
                  <a:cubicBezTo>
                    <a:pt x="59" y="255"/>
                    <a:pt x="52" y="261"/>
                    <a:pt x="45" y="2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3565080" y="2239920"/>
              <a:ext cx="41760" cy="18000"/>
            </a:xfrm>
            <a:custGeom>
              <a:avLst/>
              <a:gdLst/>
              <a:ahLst/>
              <a:cxnLst/>
              <a:rect l="l" t="t" r="r" b="b"/>
              <a:pathLst>
                <a:path w="116" h="50" extrusionOk="0">
                  <a:moveTo>
                    <a:pt x="13" y="50"/>
                  </a:moveTo>
                  <a:lnTo>
                    <a:pt x="104" y="50"/>
                  </a:lnTo>
                  <a:cubicBezTo>
                    <a:pt x="111" y="50"/>
                    <a:pt x="116" y="45"/>
                    <a:pt x="116" y="38"/>
                  </a:cubicBezTo>
                  <a:lnTo>
                    <a:pt x="116" y="12"/>
                  </a:lnTo>
                  <a:cubicBezTo>
                    <a:pt x="116" y="5"/>
                    <a:pt x="111" y="0"/>
                    <a:pt x="104" y="0"/>
                  </a:cubicBezTo>
                  <a:lnTo>
                    <a:pt x="13" y="0"/>
                  </a:lnTo>
                  <a:cubicBezTo>
                    <a:pt x="6" y="0"/>
                    <a:pt x="0" y="5"/>
                    <a:pt x="0" y="12"/>
                  </a:cubicBezTo>
                  <a:lnTo>
                    <a:pt x="0" y="38"/>
                  </a:lnTo>
                  <a:cubicBezTo>
                    <a:pt x="0" y="45"/>
                    <a:pt x="6" y="50"/>
                    <a:pt x="13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340128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342792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340128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342792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793" y="0"/>
                  </a:move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220"/>
                  </a:lnTo>
                  <a:cubicBezTo>
                    <a:pt x="1013" y="99"/>
                    <a:pt x="914" y="0"/>
                    <a:pt x="7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116" y="227"/>
                  </a:moveTo>
                  <a:cubicBezTo>
                    <a:pt x="116" y="166"/>
                    <a:pt x="160" y="114"/>
                    <a:pt x="220" y="103"/>
                  </a:cubicBezTo>
                  <a:cubicBezTo>
                    <a:pt x="409" y="70"/>
                    <a:pt x="794" y="2"/>
                    <a:pt x="805" y="1"/>
                  </a:cubicBezTo>
                  <a:cubicBezTo>
                    <a:pt x="803" y="1"/>
                    <a:pt x="802" y="1"/>
                    <a:pt x="800" y="1"/>
                  </a:cubicBezTo>
                  <a:lnTo>
                    <a:pt x="790" y="0"/>
                  </a:ln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1423"/>
                  </a:lnTo>
                  <a:lnTo>
                    <a:pt x="169" y="1332"/>
                  </a:lnTo>
                  <a:cubicBezTo>
                    <a:pt x="139" y="1328"/>
                    <a:pt x="116" y="1303"/>
                    <a:pt x="116" y="1273"/>
                  </a:cubicBezTo>
                  <a:lnTo>
                    <a:pt x="116" y="22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2814840" y="1646640"/>
              <a:ext cx="364680" cy="104040"/>
            </a:xfrm>
            <a:custGeom>
              <a:avLst/>
              <a:gdLst/>
              <a:ahLst/>
              <a:cxnLst/>
              <a:rect l="l" t="t" r="r" b="b"/>
              <a:pathLst>
                <a:path w="1013" h="289" extrusionOk="0">
                  <a:moveTo>
                    <a:pt x="868" y="289"/>
                  </a:moveTo>
                  <a:lnTo>
                    <a:pt x="145" y="289"/>
                  </a:lnTo>
                  <a:cubicBezTo>
                    <a:pt x="66" y="289"/>
                    <a:pt x="0" y="224"/>
                    <a:pt x="0" y="145"/>
                  </a:cubicBezTo>
                  <a:cubicBezTo>
                    <a:pt x="0" y="65"/>
                    <a:pt x="66" y="0"/>
                    <a:pt x="145" y="0"/>
                  </a:cubicBezTo>
                  <a:lnTo>
                    <a:pt x="868" y="0"/>
                  </a:lnTo>
                  <a:cubicBezTo>
                    <a:pt x="947" y="0"/>
                    <a:pt x="1013" y="65"/>
                    <a:pt x="1013" y="145"/>
                  </a:cubicBezTo>
                  <a:cubicBezTo>
                    <a:pt x="1013" y="224"/>
                    <a:pt x="947" y="289"/>
                    <a:pt x="868" y="2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2856600" y="1665360"/>
              <a:ext cx="289440" cy="33480"/>
            </a:xfrm>
            <a:custGeom>
              <a:avLst/>
              <a:gdLst/>
              <a:ahLst/>
              <a:cxnLst/>
              <a:rect l="l" t="t" r="r" b="b"/>
              <a:pathLst>
                <a:path w="804" h="93" extrusionOk="0">
                  <a:moveTo>
                    <a:pt x="757" y="93"/>
                  </a:moveTo>
                  <a:lnTo>
                    <a:pt x="46" y="93"/>
                  </a:lnTo>
                  <a:cubicBezTo>
                    <a:pt x="21" y="93"/>
                    <a:pt x="0" y="72"/>
                    <a:pt x="0" y="46"/>
                  </a:cubicBezTo>
                  <a:cubicBezTo>
                    <a:pt x="0" y="21"/>
                    <a:pt x="21" y="0"/>
                    <a:pt x="46" y="0"/>
                  </a:cubicBezTo>
                  <a:lnTo>
                    <a:pt x="757" y="0"/>
                  </a:lnTo>
                  <a:cubicBezTo>
                    <a:pt x="783" y="0"/>
                    <a:pt x="804" y="21"/>
                    <a:pt x="804" y="46"/>
                  </a:cubicBezTo>
                  <a:cubicBezTo>
                    <a:pt x="804" y="72"/>
                    <a:pt x="783" y="93"/>
                    <a:pt x="757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2939400" y="1715040"/>
              <a:ext cx="120600" cy="13680"/>
            </a:xfrm>
            <a:custGeom>
              <a:avLst/>
              <a:gdLst/>
              <a:ahLst/>
              <a:cxnLst/>
              <a:rect l="l" t="t" r="r" b="b"/>
              <a:pathLst>
                <a:path w="335" h="38" extrusionOk="0">
                  <a:moveTo>
                    <a:pt x="316" y="38"/>
                  </a:moveTo>
                  <a:lnTo>
                    <a:pt x="18" y="38"/>
                  </a:lnTo>
                  <a:cubicBezTo>
                    <a:pt x="8" y="38"/>
                    <a:pt x="0" y="2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lnTo>
                    <a:pt x="316" y="0"/>
                  </a:lnTo>
                  <a:cubicBezTo>
                    <a:pt x="326" y="0"/>
                    <a:pt x="335" y="9"/>
                    <a:pt x="335" y="19"/>
                  </a:cubicBezTo>
                  <a:cubicBezTo>
                    <a:pt x="335" y="29"/>
                    <a:pt x="326" y="38"/>
                    <a:pt x="31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3116880" y="1671840"/>
              <a:ext cx="20160" cy="20520"/>
            </a:xfrm>
            <a:custGeom>
              <a:avLst/>
              <a:gdLst/>
              <a:ahLst/>
              <a:cxnLst/>
              <a:rect l="l" t="t" r="r" b="b"/>
              <a:pathLst>
                <a:path w="56" h="57" extrusionOk="0">
                  <a:moveTo>
                    <a:pt x="56" y="28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12" y="57"/>
                    <a:pt x="0" y="44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2923560" y="1887840"/>
              <a:ext cx="136440" cy="224640"/>
            </a:xfrm>
            <a:custGeom>
              <a:avLst/>
              <a:gdLst/>
              <a:ahLst/>
              <a:cxnLst/>
              <a:rect l="l" t="t" r="r" b="b"/>
              <a:pathLst>
                <a:path w="379" h="624" extrusionOk="0">
                  <a:moveTo>
                    <a:pt x="41" y="0"/>
                  </a:moveTo>
                  <a:lnTo>
                    <a:pt x="0" y="624"/>
                  </a:lnTo>
                  <a:lnTo>
                    <a:pt x="369" y="624"/>
                  </a:lnTo>
                  <a:lnTo>
                    <a:pt x="379" y="59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2941560" y="1904760"/>
              <a:ext cx="118440" cy="197280"/>
            </a:xfrm>
            <a:custGeom>
              <a:avLst/>
              <a:gdLst/>
              <a:ahLst/>
              <a:cxnLst/>
              <a:rect l="l" t="t" r="r" b="b"/>
              <a:pathLst>
                <a:path w="329" h="548" extrusionOk="0">
                  <a:moveTo>
                    <a:pt x="329" y="548"/>
                  </a:moveTo>
                  <a:lnTo>
                    <a:pt x="0" y="548"/>
                  </a:lnTo>
                  <a:lnTo>
                    <a:pt x="0" y="0"/>
                  </a:lnTo>
                  <a:lnTo>
                    <a:pt x="329" y="0"/>
                  </a:lnTo>
                  <a:lnTo>
                    <a:pt x="329" y="5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2990520" y="1847880"/>
              <a:ext cx="250200" cy="91440"/>
            </a:xfrm>
            <a:custGeom>
              <a:avLst/>
              <a:gdLst/>
              <a:ahLst/>
              <a:cxnLst/>
              <a:rect l="l" t="t" r="r" b="b"/>
              <a:pathLst>
                <a:path w="695" h="254" extrusionOk="0">
                  <a:moveTo>
                    <a:pt x="695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695" y="0"/>
                  </a:lnTo>
                  <a:lnTo>
                    <a:pt x="695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3060000" y="1932480"/>
              <a:ext cx="119520" cy="36360"/>
            </a:xfrm>
            <a:custGeom>
              <a:avLst/>
              <a:gdLst/>
              <a:ahLst/>
              <a:cxnLst/>
              <a:rect l="l" t="t" r="r" b="b"/>
              <a:pathLst>
                <a:path w="332" h="101" extrusionOk="0">
                  <a:moveTo>
                    <a:pt x="332" y="19"/>
                  </a:moveTo>
                  <a:lnTo>
                    <a:pt x="332" y="63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332" y="19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3300120" y="1847880"/>
              <a:ext cx="194760" cy="91440"/>
            </a:xfrm>
            <a:custGeom>
              <a:avLst/>
              <a:gdLst/>
              <a:ahLst/>
              <a:cxnLst/>
              <a:rect l="l" t="t" r="r" b="b"/>
              <a:pathLst>
                <a:path w="541" h="254" extrusionOk="0">
                  <a:moveTo>
                    <a:pt x="541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541" y="0"/>
                  </a:lnTo>
                  <a:lnTo>
                    <a:pt x="541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3449520" y="1893600"/>
              <a:ext cx="91440" cy="122760"/>
            </a:xfrm>
            <a:custGeom>
              <a:avLst/>
              <a:gdLst/>
              <a:ahLst/>
              <a:cxnLst/>
              <a:rect l="l" t="t" r="r" b="b"/>
              <a:pathLst>
                <a:path w="254" h="341" extrusionOk="0">
                  <a:moveTo>
                    <a:pt x="0" y="0"/>
                  </a:moveTo>
                  <a:lnTo>
                    <a:pt x="254" y="0"/>
                  </a:lnTo>
                  <a:lnTo>
                    <a:pt x="254" y="341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3002400" y="1925640"/>
              <a:ext cx="508680" cy="13680"/>
            </a:xfrm>
            <a:custGeom>
              <a:avLst/>
              <a:gdLst/>
              <a:ahLst/>
              <a:cxnLst/>
              <a:rect l="l" t="t" r="r" b="b"/>
              <a:pathLst>
                <a:path w="1413" h="38" extrusionOk="0">
                  <a:moveTo>
                    <a:pt x="141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413" y="38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9379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6"/>
                  </a:moveTo>
                  <a:cubicBezTo>
                    <a:pt x="351" y="273"/>
                    <a:pt x="273" y="351"/>
                    <a:pt x="176" y="351"/>
                  </a:cubicBezTo>
                  <a:cubicBezTo>
                    <a:pt x="79" y="351"/>
                    <a:pt x="0" y="273"/>
                    <a:pt x="0" y="176"/>
                  </a:cubicBezTo>
                  <a:cubicBezTo>
                    <a:pt x="0" y="79"/>
                    <a:pt x="79" y="0"/>
                    <a:pt x="176" y="0"/>
                  </a:cubicBezTo>
                  <a:cubicBezTo>
                    <a:pt x="273" y="0"/>
                    <a:pt x="351" y="79"/>
                    <a:pt x="351" y="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31845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5"/>
                  </a:moveTo>
                  <a:cubicBezTo>
                    <a:pt x="351" y="272"/>
                    <a:pt x="273" y="351"/>
                    <a:pt x="176" y="351"/>
                  </a:cubicBezTo>
                  <a:cubicBezTo>
                    <a:pt x="79" y="351"/>
                    <a:pt x="0" y="272"/>
                    <a:pt x="0" y="175"/>
                  </a:cubicBezTo>
                  <a:cubicBezTo>
                    <a:pt x="0" y="78"/>
                    <a:pt x="79" y="0"/>
                    <a:pt x="176" y="0"/>
                  </a:cubicBezTo>
                  <a:cubicBezTo>
                    <a:pt x="273" y="0"/>
                    <a:pt x="351" y="78"/>
                    <a:pt x="351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3435480" y="2012040"/>
              <a:ext cx="119520" cy="142200"/>
            </a:xfrm>
            <a:custGeom>
              <a:avLst/>
              <a:gdLst/>
              <a:ahLst/>
              <a:cxnLst/>
              <a:rect l="l" t="t" r="r" b="b"/>
              <a:pathLst>
                <a:path w="332" h="395" extrusionOk="0">
                  <a:moveTo>
                    <a:pt x="0" y="0"/>
                  </a:moveTo>
                  <a:lnTo>
                    <a:pt x="332" y="0"/>
                  </a:lnTo>
                  <a:lnTo>
                    <a:pt x="332" y="395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3449520" y="1925640"/>
              <a:ext cx="21600" cy="86400"/>
            </a:xfrm>
            <a:custGeom>
              <a:avLst/>
              <a:gdLst/>
              <a:ahLst/>
              <a:cxnLst/>
              <a:rect l="l" t="t" r="r" b="b"/>
              <a:pathLst>
                <a:path w="60" h="240" extrusionOk="0">
                  <a:moveTo>
                    <a:pt x="60" y="240"/>
                  </a:moveTo>
                  <a:lnTo>
                    <a:pt x="0" y="2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4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1400" rIns="90000" bIns="41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3432240" y="1830600"/>
              <a:ext cx="126000" cy="126360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350" y="175"/>
                  </a:moveTo>
                  <a:cubicBezTo>
                    <a:pt x="350" y="272"/>
                    <a:pt x="271" y="351"/>
                    <a:pt x="174" y="351"/>
                  </a:cubicBezTo>
                  <a:cubicBezTo>
                    <a:pt x="78" y="351"/>
                    <a:pt x="0" y="272"/>
                    <a:pt x="0" y="175"/>
                  </a:cubicBezTo>
                  <a:cubicBezTo>
                    <a:pt x="0" y="78"/>
                    <a:pt x="78" y="0"/>
                    <a:pt x="174" y="0"/>
                  </a:cubicBezTo>
                  <a:cubicBezTo>
                    <a:pt x="271" y="0"/>
                    <a:pt x="350" y="78"/>
                    <a:pt x="350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2765880" y="2594880"/>
              <a:ext cx="36360" cy="86040"/>
            </a:xfrm>
            <a:custGeom>
              <a:avLst/>
              <a:gdLst/>
              <a:ahLst/>
              <a:cxnLst/>
              <a:rect l="l" t="t" r="r" b="b"/>
              <a:pathLst>
                <a:path w="101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1" y="23"/>
                    <a:pt x="101" y="51"/>
                  </a:cubicBezTo>
                  <a:lnTo>
                    <a:pt x="101" y="188"/>
                  </a:lnTo>
                  <a:cubicBezTo>
                    <a:pt x="101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3192120" y="2594880"/>
              <a:ext cx="36720" cy="86040"/>
            </a:xfrm>
            <a:custGeom>
              <a:avLst/>
              <a:gdLst/>
              <a:ahLst/>
              <a:cxnLst/>
              <a:rect l="l" t="t" r="r" b="b"/>
              <a:pathLst>
                <a:path w="102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2" y="23"/>
                    <a:pt x="102" y="51"/>
                  </a:cubicBezTo>
                  <a:lnTo>
                    <a:pt x="102" y="188"/>
                  </a:lnTo>
                  <a:cubicBezTo>
                    <a:pt x="102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2743920" y="2413800"/>
              <a:ext cx="506520" cy="216720"/>
            </a:xfrm>
            <a:custGeom>
              <a:avLst/>
              <a:gdLst/>
              <a:ahLst/>
              <a:cxnLst/>
              <a:rect l="l" t="t" r="r" b="b"/>
              <a:pathLst>
                <a:path w="1407" h="602" extrusionOk="0">
                  <a:moveTo>
                    <a:pt x="1357" y="602"/>
                  </a:moveTo>
                  <a:lnTo>
                    <a:pt x="50" y="602"/>
                  </a:lnTo>
                  <a:cubicBezTo>
                    <a:pt x="22" y="602"/>
                    <a:pt x="0" y="579"/>
                    <a:pt x="0" y="552"/>
                  </a:cubicBezTo>
                  <a:lnTo>
                    <a:pt x="0" y="0"/>
                  </a:lnTo>
                  <a:lnTo>
                    <a:pt x="1407" y="0"/>
                  </a:lnTo>
                  <a:lnTo>
                    <a:pt x="1407" y="552"/>
                  </a:lnTo>
                  <a:cubicBezTo>
                    <a:pt x="1407" y="579"/>
                    <a:pt x="1385" y="602"/>
                    <a:pt x="1357" y="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2743920" y="236520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407" y="135"/>
                  </a:moveTo>
                  <a:lnTo>
                    <a:pt x="0" y="135"/>
                  </a:lnTo>
                  <a:lnTo>
                    <a:pt x="0" y="44"/>
                  </a:lnTo>
                  <a:cubicBezTo>
                    <a:pt x="0" y="20"/>
                    <a:pt x="20" y="0"/>
                    <a:pt x="44" y="0"/>
                  </a:cubicBezTo>
                  <a:lnTo>
                    <a:pt x="1363" y="0"/>
                  </a:lnTo>
                  <a:cubicBezTo>
                    <a:pt x="1387" y="0"/>
                    <a:pt x="1407" y="20"/>
                    <a:pt x="1407" y="44"/>
                  </a:cubicBezTo>
                  <a:lnTo>
                    <a:pt x="1407" y="1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2757240" y="2316960"/>
              <a:ext cx="478800" cy="48240"/>
            </a:xfrm>
            <a:custGeom>
              <a:avLst/>
              <a:gdLst/>
              <a:ahLst/>
              <a:cxnLst/>
              <a:rect l="l" t="t" r="r" b="b"/>
              <a:pathLst>
                <a:path w="1330" h="134" extrusionOk="0">
                  <a:moveTo>
                    <a:pt x="1330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330" y="0"/>
                  </a:lnTo>
                  <a:lnTo>
                    <a:pt x="1330" y="1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2743920" y="226836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365" y="135"/>
                  </a:moveTo>
                  <a:lnTo>
                    <a:pt x="42" y="135"/>
                  </a:lnTo>
                  <a:cubicBezTo>
                    <a:pt x="19" y="135"/>
                    <a:pt x="0" y="116"/>
                    <a:pt x="0" y="93"/>
                  </a:cubicBezTo>
                  <a:lnTo>
                    <a:pt x="0" y="42"/>
                  </a:lnTo>
                  <a:cubicBezTo>
                    <a:pt x="0" y="19"/>
                    <a:pt x="19" y="0"/>
                    <a:pt x="42" y="0"/>
                  </a:cubicBezTo>
                  <a:lnTo>
                    <a:pt x="1365" y="0"/>
                  </a:lnTo>
                  <a:cubicBezTo>
                    <a:pt x="1388" y="0"/>
                    <a:pt x="1407" y="19"/>
                    <a:pt x="1407" y="42"/>
                  </a:cubicBezTo>
                  <a:lnTo>
                    <a:pt x="1407" y="93"/>
                  </a:lnTo>
                  <a:cubicBezTo>
                    <a:pt x="1407" y="116"/>
                    <a:pt x="1388" y="135"/>
                    <a:pt x="1365" y="1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446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446" y="0"/>
                  </a:lnTo>
                  <a:lnTo>
                    <a:pt x="446" y="2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939760" y="2474280"/>
              <a:ext cx="116280" cy="47520"/>
            </a:xfrm>
            <a:custGeom>
              <a:avLst/>
              <a:gdLst/>
              <a:ahLst/>
              <a:cxnLst/>
              <a:rect l="l" t="t" r="r" b="b"/>
              <a:pathLst>
                <a:path w="323" h="132" extrusionOk="0">
                  <a:moveTo>
                    <a:pt x="323" y="132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323" y="0"/>
                  </a:lnTo>
                  <a:lnTo>
                    <a:pt x="323" y="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500" rIns="90000" bIns="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939760" y="2316960"/>
              <a:ext cx="116640" cy="48240"/>
            </a:xfrm>
            <a:custGeom>
              <a:avLst/>
              <a:gdLst/>
              <a:ahLst/>
              <a:cxnLst/>
              <a:rect l="l" t="t" r="r" b="b"/>
              <a:pathLst>
                <a:path w="324" h="134" extrusionOk="0">
                  <a:moveTo>
                    <a:pt x="324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324" y="0"/>
                  </a:lnTo>
                  <a:lnTo>
                    <a:pt x="324" y="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2980440" y="2323800"/>
              <a:ext cx="34920" cy="34560"/>
            </a:xfrm>
            <a:custGeom>
              <a:avLst/>
              <a:gdLst/>
              <a:ahLst/>
              <a:cxnLst/>
              <a:rect l="l" t="t" r="r" b="b"/>
              <a:pathLst>
                <a:path w="97" h="96" extrusionOk="0">
                  <a:moveTo>
                    <a:pt x="97" y="48"/>
                  </a:moveTo>
                  <a:cubicBezTo>
                    <a:pt x="97" y="75"/>
                    <a:pt x="75" y="96"/>
                    <a:pt x="49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5" y="0"/>
                    <a:pt x="97" y="22"/>
                    <a:pt x="9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2757240" y="2316960"/>
              <a:ext cx="478800" cy="24120"/>
            </a:xfrm>
            <a:custGeom>
              <a:avLst/>
              <a:gdLst/>
              <a:ahLst/>
              <a:cxnLst/>
              <a:rect l="l" t="t" r="r" b="b"/>
              <a:pathLst>
                <a:path w="1330" h="67" extrusionOk="0">
                  <a:moveTo>
                    <a:pt x="1328" y="0"/>
                  </a:moveTo>
                  <a:lnTo>
                    <a:pt x="1330" y="19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974320" y="2481840"/>
              <a:ext cx="68760" cy="30960"/>
            </a:xfrm>
            <a:custGeom>
              <a:avLst/>
              <a:gdLst/>
              <a:ahLst/>
              <a:cxnLst/>
              <a:rect l="l" t="t" r="r" b="b"/>
              <a:pathLst>
                <a:path w="191" h="86" extrusionOk="0">
                  <a:moveTo>
                    <a:pt x="191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43920" y="2413800"/>
              <a:ext cx="506520" cy="24120"/>
            </a:xfrm>
            <a:custGeom>
              <a:avLst/>
              <a:gdLst/>
              <a:ahLst/>
              <a:cxnLst/>
              <a:rect l="l" t="t" r="r" b="b"/>
              <a:pathLst>
                <a:path w="1407" h="67" extrusionOk="0">
                  <a:moveTo>
                    <a:pt x="1407" y="0"/>
                  </a:moveTo>
                  <a:lnTo>
                    <a:pt x="1407" y="25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0" y="0"/>
                  </a:moveTo>
                  <a:lnTo>
                    <a:pt x="446" y="204"/>
                  </a:lnTo>
                  <a:lnTo>
                    <a:pt x="4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2990520" y="233388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0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951280" y="249804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1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10" y="41"/>
                    <a:pt x="0" y="32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2" y="0"/>
                    <a:pt x="41" y="9"/>
                    <a:pt x="41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Google Shape;329;p32">
            <a:extLst>
              <a:ext uri="{FF2B5EF4-FFF2-40B4-BE49-F238E27FC236}">
                <a16:creationId xmlns:a16="http://schemas.microsoft.com/office/drawing/2014/main" id="{A053934B-9779-BD36-53C1-26F8F39CC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1490" y="793865"/>
            <a:ext cx="5213984" cy="14014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Recognize challenges in integrating </a:t>
            </a:r>
            <a:r>
              <a:rPr lang="en-US" sz="2800" dirty="0" err="1"/>
              <a:t>cobots</a:t>
            </a:r>
            <a:r>
              <a:rPr lang="en-US" sz="2800" dirty="0"/>
              <a:t>, especially into existing systems.</a:t>
            </a:r>
          </a:p>
        </p:txBody>
      </p:sp>
      <p:sp>
        <p:nvSpPr>
          <p:cNvPr id="7" name="Google Shape;330;p32">
            <a:extLst>
              <a:ext uri="{FF2B5EF4-FFF2-40B4-BE49-F238E27FC236}">
                <a16:creationId xmlns:a16="http://schemas.microsoft.com/office/drawing/2014/main" id="{E3CD6AD8-3505-EAB6-6CEE-8207843A88E9}"/>
              </a:ext>
            </a:extLst>
          </p:cNvPr>
          <p:cNvSpPr txBox="1">
            <a:spLocks/>
          </p:cNvSpPr>
          <p:nvPr/>
        </p:nvSpPr>
        <p:spPr>
          <a:xfrm>
            <a:off x="4151943" y="2269811"/>
            <a:ext cx="4494900" cy="2292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Integrating </a:t>
            </a:r>
            <a:r>
              <a:rPr lang="en-US" dirty="0" err="1"/>
              <a:t>cobots</a:t>
            </a:r>
            <a:r>
              <a:rPr lang="en-US" dirty="0"/>
              <a:t> requires costly infrastructure adjustments and reengineering of rigid automation systems.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The transition period can disrupt workflow and reduce productivity if not managed properly.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Complex programming is needed for safe, real-time communication between </a:t>
            </a:r>
            <a:r>
              <a:rPr lang="en-US" dirty="0" err="1"/>
              <a:t>cobots</a:t>
            </a:r>
            <a:r>
              <a:rPr lang="en-US" dirty="0"/>
              <a:t>, machinery, and humans.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>
          <a:extLst>
            <a:ext uri="{FF2B5EF4-FFF2-40B4-BE49-F238E27FC236}">
              <a16:creationId xmlns:a16="http://schemas.microsoft.com/office/drawing/2014/main" id="{BA5B6C39-85EB-97CE-60BB-6E5B4418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36">
            <a:extLst>
              <a:ext uri="{FF2B5EF4-FFF2-40B4-BE49-F238E27FC236}">
                <a16:creationId xmlns:a16="http://schemas.microsoft.com/office/drawing/2014/main" id="{6BAD15B6-EC45-D05D-3802-B156D56312E7}"/>
              </a:ext>
            </a:extLst>
          </p:cNvPr>
          <p:cNvGrpSpPr/>
          <p:nvPr/>
        </p:nvGrpSpPr>
        <p:grpSpPr>
          <a:xfrm>
            <a:off x="801039" y="1646688"/>
            <a:ext cx="2587530" cy="3084637"/>
            <a:chOff x="2743920" y="1646640"/>
            <a:chExt cx="867600" cy="1034280"/>
          </a:xfrm>
        </p:grpSpPr>
        <p:sp>
          <p:nvSpPr>
            <p:cNvPr id="402" name="Google Shape;402;p36">
              <a:extLst>
                <a:ext uri="{FF2B5EF4-FFF2-40B4-BE49-F238E27FC236}">
                  <a16:creationId xmlns:a16="http://schemas.microsoft.com/office/drawing/2014/main" id="{02461712-485C-92C9-D928-96BCC87AC92C}"/>
                </a:ext>
              </a:extLst>
            </p:cNvPr>
            <p:cNvSpPr/>
            <p:nvPr/>
          </p:nvSpPr>
          <p:spPr>
            <a:xfrm>
              <a:off x="3375000" y="2154240"/>
              <a:ext cx="236520" cy="232920"/>
            </a:xfrm>
            <a:custGeom>
              <a:avLst/>
              <a:gdLst/>
              <a:ahLst/>
              <a:cxnLst/>
              <a:rect l="l" t="t" r="r" b="b"/>
              <a:pathLst>
                <a:path w="657" h="647" extrusionOk="0">
                  <a:moveTo>
                    <a:pt x="657" y="647"/>
                  </a:moveTo>
                  <a:lnTo>
                    <a:pt x="0" y="647"/>
                  </a:lnTo>
                  <a:lnTo>
                    <a:pt x="0" y="0"/>
                  </a:lnTo>
                  <a:lnTo>
                    <a:pt x="657" y="0"/>
                  </a:lnTo>
                  <a:lnTo>
                    <a:pt x="657" y="6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6">
              <a:extLst>
                <a:ext uri="{FF2B5EF4-FFF2-40B4-BE49-F238E27FC236}">
                  <a16:creationId xmlns:a16="http://schemas.microsoft.com/office/drawing/2014/main" id="{3D59B34B-B423-BECF-4A45-393FBA4CADC9}"/>
                </a:ext>
              </a:extLst>
            </p:cNvPr>
            <p:cNvSpPr/>
            <p:nvPr/>
          </p:nvSpPr>
          <p:spPr>
            <a:xfrm>
              <a:off x="3401280" y="217548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6">
              <a:extLst>
                <a:ext uri="{FF2B5EF4-FFF2-40B4-BE49-F238E27FC236}">
                  <a16:creationId xmlns:a16="http://schemas.microsoft.com/office/drawing/2014/main" id="{7879D40D-F0A4-6FDA-C053-4D70E99D4CC3}"/>
                </a:ext>
              </a:extLst>
            </p:cNvPr>
            <p:cNvSpPr/>
            <p:nvPr/>
          </p:nvSpPr>
          <p:spPr>
            <a:xfrm>
              <a:off x="3461040" y="236232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6">
              <a:extLst>
                <a:ext uri="{FF2B5EF4-FFF2-40B4-BE49-F238E27FC236}">
                  <a16:creationId xmlns:a16="http://schemas.microsoft.com/office/drawing/2014/main" id="{170A5F04-FDF5-324C-15F8-DE1229385692}"/>
                </a:ext>
              </a:extLst>
            </p:cNvPr>
            <p:cNvSpPr/>
            <p:nvPr/>
          </p:nvSpPr>
          <p:spPr>
            <a:xfrm>
              <a:off x="3401280" y="2189160"/>
              <a:ext cx="78480" cy="4680"/>
            </a:xfrm>
            <a:custGeom>
              <a:avLst/>
              <a:gdLst/>
              <a:ahLst/>
              <a:cxnLst/>
              <a:rect l="l" t="t" r="r" b="b"/>
              <a:pathLst>
                <a:path w="218" h="13" extrusionOk="0">
                  <a:moveTo>
                    <a:pt x="218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218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6">
              <a:extLst>
                <a:ext uri="{FF2B5EF4-FFF2-40B4-BE49-F238E27FC236}">
                  <a16:creationId xmlns:a16="http://schemas.microsoft.com/office/drawing/2014/main" id="{471D5723-608C-EA5D-31D7-909AF3956E87}"/>
                </a:ext>
              </a:extLst>
            </p:cNvPr>
            <p:cNvSpPr/>
            <p:nvPr/>
          </p:nvSpPr>
          <p:spPr>
            <a:xfrm>
              <a:off x="3401280" y="220428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6">
              <a:extLst>
                <a:ext uri="{FF2B5EF4-FFF2-40B4-BE49-F238E27FC236}">
                  <a16:creationId xmlns:a16="http://schemas.microsoft.com/office/drawing/2014/main" id="{B47A91A8-8F21-0D5F-94B6-0178CFB0CCBD}"/>
                </a:ext>
              </a:extLst>
            </p:cNvPr>
            <p:cNvSpPr/>
            <p:nvPr/>
          </p:nvSpPr>
          <p:spPr>
            <a:xfrm>
              <a:off x="3461040" y="235224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6">
              <a:extLst>
                <a:ext uri="{FF2B5EF4-FFF2-40B4-BE49-F238E27FC236}">
                  <a16:creationId xmlns:a16="http://schemas.microsoft.com/office/drawing/2014/main" id="{F659A2E2-1E71-9A61-926C-7DF77E8048C2}"/>
                </a:ext>
              </a:extLst>
            </p:cNvPr>
            <p:cNvSpPr/>
            <p:nvPr/>
          </p:nvSpPr>
          <p:spPr>
            <a:xfrm>
              <a:off x="3486600" y="2154240"/>
              <a:ext cx="21240" cy="94680"/>
            </a:xfrm>
            <a:custGeom>
              <a:avLst/>
              <a:gdLst/>
              <a:ahLst/>
              <a:cxnLst/>
              <a:rect l="l" t="t" r="r" b="b"/>
              <a:pathLst>
                <a:path w="59" h="263" extrusionOk="0">
                  <a:moveTo>
                    <a:pt x="45" y="260"/>
                  </a:moveTo>
                  <a:lnTo>
                    <a:pt x="45" y="260"/>
                  </a:lnTo>
                  <a:cubicBezTo>
                    <a:pt x="43" y="260"/>
                    <a:pt x="42" y="260"/>
                    <a:pt x="41" y="260"/>
                  </a:cubicBezTo>
                  <a:lnTo>
                    <a:pt x="26" y="263"/>
                  </a:lnTo>
                  <a:cubicBezTo>
                    <a:pt x="25" y="263"/>
                    <a:pt x="24" y="263"/>
                    <a:pt x="22" y="263"/>
                  </a:cubicBezTo>
                  <a:lnTo>
                    <a:pt x="11" y="262"/>
                  </a:lnTo>
                  <a:cubicBezTo>
                    <a:pt x="10" y="262"/>
                    <a:pt x="9" y="262"/>
                    <a:pt x="8" y="262"/>
                  </a:cubicBezTo>
                  <a:lnTo>
                    <a:pt x="0" y="263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48"/>
                  </a:lnTo>
                  <a:cubicBezTo>
                    <a:pt x="59" y="255"/>
                    <a:pt x="52" y="261"/>
                    <a:pt x="45" y="2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6">
              <a:extLst>
                <a:ext uri="{FF2B5EF4-FFF2-40B4-BE49-F238E27FC236}">
                  <a16:creationId xmlns:a16="http://schemas.microsoft.com/office/drawing/2014/main" id="{355F1828-21A5-3E87-FD53-3B44CE78C585}"/>
                </a:ext>
              </a:extLst>
            </p:cNvPr>
            <p:cNvSpPr/>
            <p:nvPr/>
          </p:nvSpPr>
          <p:spPr>
            <a:xfrm>
              <a:off x="3565080" y="2239920"/>
              <a:ext cx="41760" cy="18000"/>
            </a:xfrm>
            <a:custGeom>
              <a:avLst/>
              <a:gdLst/>
              <a:ahLst/>
              <a:cxnLst/>
              <a:rect l="l" t="t" r="r" b="b"/>
              <a:pathLst>
                <a:path w="116" h="50" extrusionOk="0">
                  <a:moveTo>
                    <a:pt x="13" y="50"/>
                  </a:moveTo>
                  <a:lnTo>
                    <a:pt x="104" y="50"/>
                  </a:lnTo>
                  <a:cubicBezTo>
                    <a:pt x="111" y="50"/>
                    <a:pt x="116" y="45"/>
                    <a:pt x="116" y="38"/>
                  </a:cubicBezTo>
                  <a:lnTo>
                    <a:pt x="116" y="12"/>
                  </a:lnTo>
                  <a:cubicBezTo>
                    <a:pt x="116" y="5"/>
                    <a:pt x="111" y="0"/>
                    <a:pt x="104" y="0"/>
                  </a:cubicBezTo>
                  <a:lnTo>
                    <a:pt x="13" y="0"/>
                  </a:lnTo>
                  <a:cubicBezTo>
                    <a:pt x="6" y="0"/>
                    <a:pt x="0" y="5"/>
                    <a:pt x="0" y="12"/>
                  </a:cubicBezTo>
                  <a:lnTo>
                    <a:pt x="0" y="38"/>
                  </a:lnTo>
                  <a:cubicBezTo>
                    <a:pt x="0" y="45"/>
                    <a:pt x="6" y="50"/>
                    <a:pt x="13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6">
              <a:extLst>
                <a:ext uri="{FF2B5EF4-FFF2-40B4-BE49-F238E27FC236}">
                  <a16:creationId xmlns:a16="http://schemas.microsoft.com/office/drawing/2014/main" id="{B9536E49-C732-9D26-B549-C522C7CDD62C}"/>
                </a:ext>
              </a:extLst>
            </p:cNvPr>
            <p:cNvSpPr/>
            <p:nvPr/>
          </p:nvSpPr>
          <p:spPr>
            <a:xfrm>
              <a:off x="340128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6">
              <a:extLst>
                <a:ext uri="{FF2B5EF4-FFF2-40B4-BE49-F238E27FC236}">
                  <a16:creationId xmlns:a16="http://schemas.microsoft.com/office/drawing/2014/main" id="{57E6B1F9-89AA-3BE6-6771-E74294DA1350}"/>
                </a:ext>
              </a:extLst>
            </p:cNvPr>
            <p:cNvSpPr/>
            <p:nvPr/>
          </p:nvSpPr>
          <p:spPr>
            <a:xfrm>
              <a:off x="342792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6">
              <a:extLst>
                <a:ext uri="{FF2B5EF4-FFF2-40B4-BE49-F238E27FC236}">
                  <a16:creationId xmlns:a16="http://schemas.microsoft.com/office/drawing/2014/main" id="{56434ACD-49D3-8DC0-4DB4-1845FED172B4}"/>
                </a:ext>
              </a:extLst>
            </p:cNvPr>
            <p:cNvSpPr/>
            <p:nvPr/>
          </p:nvSpPr>
          <p:spPr>
            <a:xfrm>
              <a:off x="340128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6">
              <a:extLst>
                <a:ext uri="{FF2B5EF4-FFF2-40B4-BE49-F238E27FC236}">
                  <a16:creationId xmlns:a16="http://schemas.microsoft.com/office/drawing/2014/main" id="{A4D2FE00-1C22-B720-BB4F-FCA2DACC1645}"/>
                </a:ext>
              </a:extLst>
            </p:cNvPr>
            <p:cNvSpPr/>
            <p:nvPr/>
          </p:nvSpPr>
          <p:spPr>
            <a:xfrm>
              <a:off x="342792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6">
              <a:extLst>
                <a:ext uri="{FF2B5EF4-FFF2-40B4-BE49-F238E27FC236}">
                  <a16:creationId xmlns:a16="http://schemas.microsoft.com/office/drawing/2014/main" id="{8A74ECE6-1F5E-A848-0E43-5D96A6DF6EAD}"/>
                </a:ext>
              </a:extLst>
            </p:cNvPr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793" y="0"/>
                  </a:move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220"/>
                  </a:lnTo>
                  <a:cubicBezTo>
                    <a:pt x="1013" y="99"/>
                    <a:pt x="914" y="0"/>
                    <a:pt x="7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6">
              <a:extLst>
                <a:ext uri="{FF2B5EF4-FFF2-40B4-BE49-F238E27FC236}">
                  <a16:creationId xmlns:a16="http://schemas.microsoft.com/office/drawing/2014/main" id="{040D13D3-BA1E-1762-D0C0-1DA25669E6A1}"/>
                </a:ext>
              </a:extLst>
            </p:cNvPr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116" y="227"/>
                  </a:moveTo>
                  <a:cubicBezTo>
                    <a:pt x="116" y="166"/>
                    <a:pt x="160" y="114"/>
                    <a:pt x="220" y="103"/>
                  </a:cubicBezTo>
                  <a:cubicBezTo>
                    <a:pt x="409" y="70"/>
                    <a:pt x="794" y="2"/>
                    <a:pt x="805" y="1"/>
                  </a:cubicBezTo>
                  <a:cubicBezTo>
                    <a:pt x="803" y="1"/>
                    <a:pt x="802" y="1"/>
                    <a:pt x="800" y="1"/>
                  </a:cubicBezTo>
                  <a:lnTo>
                    <a:pt x="790" y="0"/>
                  </a:ln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1423"/>
                  </a:lnTo>
                  <a:lnTo>
                    <a:pt x="169" y="1332"/>
                  </a:lnTo>
                  <a:cubicBezTo>
                    <a:pt x="139" y="1328"/>
                    <a:pt x="116" y="1303"/>
                    <a:pt x="116" y="1273"/>
                  </a:cubicBezTo>
                  <a:lnTo>
                    <a:pt x="116" y="22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6">
              <a:extLst>
                <a:ext uri="{FF2B5EF4-FFF2-40B4-BE49-F238E27FC236}">
                  <a16:creationId xmlns:a16="http://schemas.microsoft.com/office/drawing/2014/main" id="{60758B49-6734-F959-189F-90B2609565C2}"/>
                </a:ext>
              </a:extLst>
            </p:cNvPr>
            <p:cNvSpPr/>
            <p:nvPr/>
          </p:nvSpPr>
          <p:spPr>
            <a:xfrm>
              <a:off x="2814840" y="1646640"/>
              <a:ext cx="364680" cy="104040"/>
            </a:xfrm>
            <a:custGeom>
              <a:avLst/>
              <a:gdLst/>
              <a:ahLst/>
              <a:cxnLst/>
              <a:rect l="l" t="t" r="r" b="b"/>
              <a:pathLst>
                <a:path w="1013" h="289" extrusionOk="0">
                  <a:moveTo>
                    <a:pt x="868" y="289"/>
                  </a:moveTo>
                  <a:lnTo>
                    <a:pt x="145" y="289"/>
                  </a:lnTo>
                  <a:cubicBezTo>
                    <a:pt x="66" y="289"/>
                    <a:pt x="0" y="224"/>
                    <a:pt x="0" y="145"/>
                  </a:cubicBezTo>
                  <a:cubicBezTo>
                    <a:pt x="0" y="65"/>
                    <a:pt x="66" y="0"/>
                    <a:pt x="145" y="0"/>
                  </a:cubicBezTo>
                  <a:lnTo>
                    <a:pt x="868" y="0"/>
                  </a:lnTo>
                  <a:cubicBezTo>
                    <a:pt x="947" y="0"/>
                    <a:pt x="1013" y="65"/>
                    <a:pt x="1013" y="145"/>
                  </a:cubicBezTo>
                  <a:cubicBezTo>
                    <a:pt x="1013" y="224"/>
                    <a:pt x="947" y="289"/>
                    <a:pt x="868" y="2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6">
              <a:extLst>
                <a:ext uri="{FF2B5EF4-FFF2-40B4-BE49-F238E27FC236}">
                  <a16:creationId xmlns:a16="http://schemas.microsoft.com/office/drawing/2014/main" id="{671517CF-EBC5-E5FF-44F1-BB468BFFF131}"/>
                </a:ext>
              </a:extLst>
            </p:cNvPr>
            <p:cNvSpPr/>
            <p:nvPr/>
          </p:nvSpPr>
          <p:spPr>
            <a:xfrm>
              <a:off x="2856600" y="1665360"/>
              <a:ext cx="289440" cy="33480"/>
            </a:xfrm>
            <a:custGeom>
              <a:avLst/>
              <a:gdLst/>
              <a:ahLst/>
              <a:cxnLst/>
              <a:rect l="l" t="t" r="r" b="b"/>
              <a:pathLst>
                <a:path w="804" h="93" extrusionOk="0">
                  <a:moveTo>
                    <a:pt x="757" y="93"/>
                  </a:moveTo>
                  <a:lnTo>
                    <a:pt x="46" y="93"/>
                  </a:lnTo>
                  <a:cubicBezTo>
                    <a:pt x="21" y="93"/>
                    <a:pt x="0" y="72"/>
                    <a:pt x="0" y="46"/>
                  </a:cubicBezTo>
                  <a:cubicBezTo>
                    <a:pt x="0" y="21"/>
                    <a:pt x="21" y="0"/>
                    <a:pt x="46" y="0"/>
                  </a:cubicBezTo>
                  <a:lnTo>
                    <a:pt x="757" y="0"/>
                  </a:lnTo>
                  <a:cubicBezTo>
                    <a:pt x="783" y="0"/>
                    <a:pt x="804" y="21"/>
                    <a:pt x="804" y="46"/>
                  </a:cubicBezTo>
                  <a:cubicBezTo>
                    <a:pt x="804" y="72"/>
                    <a:pt x="783" y="93"/>
                    <a:pt x="757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6">
              <a:extLst>
                <a:ext uri="{FF2B5EF4-FFF2-40B4-BE49-F238E27FC236}">
                  <a16:creationId xmlns:a16="http://schemas.microsoft.com/office/drawing/2014/main" id="{68DBF74E-680B-F70F-A003-0C308020BA5D}"/>
                </a:ext>
              </a:extLst>
            </p:cNvPr>
            <p:cNvSpPr/>
            <p:nvPr/>
          </p:nvSpPr>
          <p:spPr>
            <a:xfrm>
              <a:off x="2939400" y="1715040"/>
              <a:ext cx="120600" cy="13680"/>
            </a:xfrm>
            <a:custGeom>
              <a:avLst/>
              <a:gdLst/>
              <a:ahLst/>
              <a:cxnLst/>
              <a:rect l="l" t="t" r="r" b="b"/>
              <a:pathLst>
                <a:path w="335" h="38" extrusionOk="0">
                  <a:moveTo>
                    <a:pt x="316" y="38"/>
                  </a:moveTo>
                  <a:lnTo>
                    <a:pt x="18" y="38"/>
                  </a:lnTo>
                  <a:cubicBezTo>
                    <a:pt x="8" y="38"/>
                    <a:pt x="0" y="2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lnTo>
                    <a:pt x="316" y="0"/>
                  </a:lnTo>
                  <a:cubicBezTo>
                    <a:pt x="326" y="0"/>
                    <a:pt x="335" y="9"/>
                    <a:pt x="335" y="19"/>
                  </a:cubicBezTo>
                  <a:cubicBezTo>
                    <a:pt x="335" y="29"/>
                    <a:pt x="326" y="38"/>
                    <a:pt x="31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6">
              <a:extLst>
                <a:ext uri="{FF2B5EF4-FFF2-40B4-BE49-F238E27FC236}">
                  <a16:creationId xmlns:a16="http://schemas.microsoft.com/office/drawing/2014/main" id="{82FAB59A-4BB2-5359-4FBA-16CD4A573976}"/>
                </a:ext>
              </a:extLst>
            </p:cNvPr>
            <p:cNvSpPr/>
            <p:nvPr/>
          </p:nvSpPr>
          <p:spPr>
            <a:xfrm>
              <a:off x="3116880" y="1671840"/>
              <a:ext cx="20160" cy="20520"/>
            </a:xfrm>
            <a:custGeom>
              <a:avLst/>
              <a:gdLst/>
              <a:ahLst/>
              <a:cxnLst/>
              <a:rect l="l" t="t" r="r" b="b"/>
              <a:pathLst>
                <a:path w="56" h="57" extrusionOk="0">
                  <a:moveTo>
                    <a:pt x="56" y="28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12" y="57"/>
                    <a:pt x="0" y="44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6">
              <a:extLst>
                <a:ext uri="{FF2B5EF4-FFF2-40B4-BE49-F238E27FC236}">
                  <a16:creationId xmlns:a16="http://schemas.microsoft.com/office/drawing/2014/main" id="{83664B93-64B8-B1C3-2B5D-EE9C1FF1B710}"/>
                </a:ext>
              </a:extLst>
            </p:cNvPr>
            <p:cNvSpPr/>
            <p:nvPr/>
          </p:nvSpPr>
          <p:spPr>
            <a:xfrm>
              <a:off x="2923560" y="1887840"/>
              <a:ext cx="136440" cy="224640"/>
            </a:xfrm>
            <a:custGeom>
              <a:avLst/>
              <a:gdLst/>
              <a:ahLst/>
              <a:cxnLst/>
              <a:rect l="l" t="t" r="r" b="b"/>
              <a:pathLst>
                <a:path w="379" h="624" extrusionOk="0">
                  <a:moveTo>
                    <a:pt x="41" y="0"/>
                  </a:moveTo>
                  <a:lnTo>
                    <a:pt x="0" y="624"/>
                  </a:lnTo>
                  <a:lnTo>
                    <a:pt x="369" y="624"/>
                  </a:lnTo>
                  <a:lnTo>
                    <a:pt x="379" y="59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6">
              <a:extLst>
                <a:ext uri="{FF2B5EF4-FFF2-40B4-BE49-F238E27FC236}">
                  <a16:creationId xmlns:a16="http://schemas.microsoft.com/office/drawing/2014/main" id="{FD7E3274-C994-8A59-ED19-EFF5D9940CA6}"/>
                </a:ext>
              </a:extLst>
            </p:cNvPr>
            <p:cNvSpPr/>
            <p:nvPr/>
          </p:nvSpPr>
          <p:spPr>
            <a:xfrm>
              <a:off x="2941560" y="1904760"/>
              <a:ext cx="118440" cy="197280"/>
            </a:xfrm>
            <a:custGeom>
              <a:avLst/>
              <a:gdLst/>
              <a:ahLst/>
              <a:cxnLst/>
              <a:rect l="l" t="t" r="r" b="b"/>
              <a:pathLst>
                <a:path w="329" h="548" extrusionOk="0">
                  <a:moveTo>
                    <a:pt x="329" y="548"/>
                  </a:moveTo>
                  <a:lnTo>
                    <a:pt x="0" y="548"/>
                  </a:lnTo>
                  <a:lnTo>
                    <a:pt x="0" y="0"/>
                  </a:lnTo>
                  <a:lnTo>
                    <a:pt x="329" y="0"/>
                  </a:lnTo>
                  <a:lnTo>
                    <a:pt x="329" y="5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6">
              <a:extLst>
                <a:ext uri="{FF2B5EF4-FFF2-40B4-BE49-F238E27FC236}">
                  <a16:creationId xmlns:a16="http://schemas.microsoft.com/office/drawing/2014/main" id="{C111DA21-2F10-9751-1AA6-E55A5D9FBF1E}"/>
                </a:ext>
              </a:extLst>
            </p:cNvPr>
            <p:cNvSpPr/>
            <p:nvPr/>
          </p:nvSpPr>
          <p:spPr>
            <a:xfrm>
              <a:off x="2990520" y="1847880"/>
              <a:ext cx="250200" cy="91440"/>
            </a:xfrm>
            <a:custGeom>
              <a:avLst/>
              <a:gdLst/>
              <a:ahLst/>
              <a:cxnLst/>
              <a:rect l="l" t="t" r="r" b="b"/>
              <a:pathLst>
                <a:path w="695" h="254" extrusionOk="0">
                  <a:moveTo>
                    <a:pt x="695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695" y="0"/>
                  </a:lnTo>
                  <a:lnTo>
                    <a:pt x="695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6">
              <a:extLst>
                <a:ext uri="{FF2B5EF4-FFF2-40B4-BE49-F238E27FC236}">
                  <a16:creationId xmlns:a16="http://schemas.microsoft.com/office/drawing/2014/main" id="{4EF64294-07A5-AF11-AD18-605500F8315B}"/>
                </a:ext>
              </a:extLst>
            </p:cNvPr>
            <p:cNvSpPr/>
            <p:nvPr/>
          </p:nvSpPr>
          <p:spPr>
            <a:xfrm>
              <a:off x="3060000" y="1932480"/>
              <a:ext cx="119520" cy="36360"/>
            </a:xfrm>
            <a:custGeom>
              <a:avLst/>
              <a:gdLst/>
              <a:ahLst/>
              <a:cxnLst/>
              <a:rect l="l" t="t" r="r" b="b"/>
              <a:pathLst>
                <a:path w="332" h="101" extrusionOk="0">
                  <a:moveTo>
                    <a:pt x="332" y="19"/>
                  </a:moveTo>
                  <a:lnTo>
                    <a:pt x="332" y="63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332" y="19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6">
              <a:extLst>
                <a:ext uri="{FF2B5EF4-FFF2-40B4-BE49-F238E27FC236}">
                  <a16:creationId xmlns:a16="http://schemas.microsoft.com/office/drawing/2014/main" id="{F16EDE9B-8DE6-4F5C-3AF2-EE4970B08CE6}"/>
                </a:ext>
              </a:extLst>
            </p:cNvPr>
            <p:cNvSpPr/>
            <p:nvPr/>
          </p:nvSpPr>
          <p:spPr>
            <a:xfrm>
              <a:off x="3300120" y="1847880"/>
              <a:ext cx="194760" cy="91440"/>
            </a:xfrm>
            <a:custGeom>
              <a:avLst/>
              <a:gdLst/>
              <a:ahLst/>
              <a:cxnLst/>
              <a:rect l="l" t="t" r="r" b="b"/>
              <a:pathLst>
                <a:path w="541" h="254" extrusionOk="0">
                  <a:moveTo>
                    <a:pt x="541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541" y="0"/>
                  </a:lnTo>
                  <a:lnTo>
                    <a:pt x="541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6">
              <a:extLst>
                <a:ext uri="{FF2B5EF4-FFF2-40B4-BE49-F238E27FC236}">
                  <a16:creationId xmlns:a16="http://schemas.microsoft.com/office/drawing/2014/main" id="{88CA1ABE-90B9-4F78-9075-18AB580FC9BF}"/>
                </a:ext>
              </a:extLst>
            </p:cNvPr>
            <p:cNvSpPr/>
            <p:nvPr/>
          </p:nvSpPr>
          <p:spPr>
            <a:xfrm>
              <a:off x="3449520" y="1893600"/>
              <a:ext cx="91440" cy="122760"/>
            </a:xfrm>
            <a:custGeom>
              <a:avLst/>
              <a:gdLst/>
              <a:ahLst/>
              <a:cxnLst/>
              <a:rect l="l" t="t" r="r" b="b"/>
              <a:pathLst>
                <a:path w="254" h="341" extrusionOk="0">
                  <a:moveTo>
                    <a:pt x="0" y="0"/>
                  </a:moveTo>
                  <a:lnTo>
                    <a:pt x="254" y="0"/>
                  </a:lnTo>
                  <a:lnTo>
                    <a:pt x="254" y="341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6">
              <a:extLst>
                <a:ext uri="{FF2B5EF4-FFF2-40B4-BE49-F238E27FC236}">
                  <a16:creationId xmlns:a16="http://schemas.microsoft.com/office/drawing/2014/main" id="{FA7AFAD0-6D62-9F5C-863A-F95B2A587E80}"/>
                </a:ext>
              </a:extLst>
            </p:cNvPr>
            <p:cNvSpPr/>
            <p:nvPr/>
          </p:nvSpPr>
          <p:spPr>
            <a:xfrm>
              <a:off x="3002400" y="1925640"/>
              <a:ext cx="508680" cy="13680"/>
            </a:xfrm>
            <a:custGeom>
              <a:avLst/>
              <a:gdLst/>
              <a:ahLst/>
              <a:cxnLst/>
              <a:rect l="l" t="t" r="r" b="b"/>
              <a:pathLst>
                <a:path w="1413" h="38" extrusionOk="0">
                  <a:moveTo>
                    <a:pt x="141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413" y="38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6">
              <a:extLst>
                <a:ext uri="{FF2B5EF4-FFF2-40B4-BE49-F238E27FC236}">
                  <a16:creationId xmlns:a16="http://schemas.microsoft.com/office/drawing/2014/main" id="{96FBA29D-CD1A-1839-378B-566145E7016A}"/>
                </a:ext>
              </a:extLst>
            </p:cNvPr>
            <p:cNvSpPr/>
            <p:nvPr/>
          </p:nvSpPr>
          <p:spPr>
            <a:xfrm>
              <a:off x="29379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6"/>
                  </a:moveTo>
                  <a:cubicBezTo>
                    <a:pt x="351" y="273"/>
                    <a:pt x="273" y="351"/>
                    <a:pt x="176" y="351"/>
                  </a:cubicBezTo>
                  <a:cubicBezTo>
                    <a:pt x="79" y="351"/>
                    <a:pt x="0" y="273"/>
                    <a:pt x="0" y="176"/>
                  </a:cubicBezTo>
                  <a:cubicBezTo>
                    <a:pt x="0" y="79"/>
                    <a:pt x="79" y="0"/>
                    <a:pt x="176" y="0"/>
                  </a:cubicBezTo>
                  <a:cubicBezTo>
                    <a:pt x="273" y="0"/>
                    <a:pt x="351" y="79"/>
                    <a:pt x="351" y="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6">
              <a:extLst>
                <a:ext uri="{FF2B5EF4-FFF2-40B4-BE49-F238E27FC236}">
                  <a16:creationId xmlns:a16="http://schemas.microsoft.com/office/drawing/2014/main" id="{F131C29E-A1FE-D250-ACCC-90395CAADF94}"/>
                </a:ext>
              </a:extLst>
            </p:cNvPr>
            <p:cNvSpPr/>
            <p:nvPr/>
          </p:nvSpPr>
          <p:spPr>
            <a:xfrm>
              <a:off x="31845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5"/>
                  </a:moveTo>
                  <a:cubicBezTo>
                    <a:pt x="351" y="272"/>
                    <a:pt x="273" y="351"/>
                    <a:pt x="176" y="351"/>
                  </a:cubicBezTo>
                  <a:cubicBezTo>
                    <a:pt x="79" y="351"/>
                    <a:pt x="0" y="272"/>
                    <a:pt x="0" y="175"/>
                  </a:cubicBezTo>
                  <a:cubicBezTo>
                    <a:pt x="0" y="78"/>
                    <a:pt x="79" y="0"/>
                    <a:pt x="176" y="0"/>
                  </a:cubicBezTo>
                  <a:cubicBezTo>
                    <a:pt x="273" y="0"/>
                    <a:pt x="351" y="78"/>
                    <a:pt x="351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6">
              <a:extLst>
                <a:ext uri="{FF2B5EF4-FFF2-40B4-BE49-F238E27FC236}">
                  <a16:creationId xmlns:a16="http://schemas.microsoft.com/office/drawing/2014/main" id="{440E5DE4-C54B-7177-E13A-66A1CC235427}"/>
                </a:ext>
              </a:extLst>
            </p:cNvPr>
            <p:cNvSpPr/>
            <p:nvPr/>
          </p:nvSpPr>
          <p:spPr>
            <a:xfrm>
              <a:off x="3435480" y="2012040"/>
              <a:ext cx="119520" cy="142200"/>
            </a:xfrm>
            <a:custGeom>
              <a:avLst/>
              <a:gdLst/>
              <a:ahLst/>
              <a:cxnLst/>
              <a:rect l="l" t="t" r="r" b="b"/>
              <a:pathLst>
                <a:path w="332" h="395" extrusionOk="0">
                  <a:moveTo>
                    <a:pt x="0" y="0"/>
                  </a:moveTo>
                  <a:lnTo>
                    <a:pt x="332" y="0"/>
                  </a:lnTo>
                  <a:lnTo>
                    <a:pt x="332" y="395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6">
              <a:extLst>
                <a:ext uri="{FF2B5EF4-FFF2-40B4-BE49-F238E27FC236}">
                  <a16:creationId xmlns:a16="http://schemas.microsoft.com/office/drawing/2014/main" id="{0CB9CCEA-78D9-8035-DEF6-E845AEDB94B3}"/>
                </a:ext>
              </a:extLst>
            </p:cNvPr>
            <p:cNvSpPr/>
            <p:nvPr/>
          </p:nvSpPr>
          <p:spPr>
            <a:xfrm>
              <a:off x="3449520" y="1925640"/>
              <a:ext cx="21600" cy="86400"/>
            </a:xfrm>
            <a:custGeom>
              <a:avLst/>
              <a:gdLst/>
              <a:ahLst/>
              <a:cxnLst/>
              <a:rect l="l" t="t" r="r" b="b"/>
              <a:pathLst>
                <a:path w="60" h="240" extrusionOk="0">
                  <a:moveTo>
                    <a:pt x="60" y="240"/>
                  </a:moveTo>
                  <a:lnTo>
                    <a:pt x="0" y="2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4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1400" rIns="90000" bIns="41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6">
              <a:extLst>
                <a:ext uri="{FF2B5EF4-FFF2-40B4-BE49-F238E27FC236}">
                  <a16:creationId xmlns:a16="http://schemas.microsoft.com/office/drawing/2014/main" id="{88033BCA-B05B-2E62-C76B-02F9E5D3E81E}"/>
                </a:ext>
              </a:extLst>
            </p:cNvPr>
            <p:cNvSpPr/>
            <p:nvPr/>
          </p:nvSpPr>
          <p:spPr>
            <a:xfrm>
              <a:off x="3432240" y="1830600"/>
              <a:ext cx="126000" cy="126360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350" y="175"/>
                  </a:moveTo>
                  <a:cubicBezTo>
                    <a:pt x="350" y="272"/>
                    <a:pt x="271" y="351"/>
                    <a:pt x="174" y="351"/>
                  </a:cubicBezTo>
                  <a:cubicBezTo>
                    <a:pt x="78" y="351"/>
                    <a:pt x="0" y="272"/>
                    <a:pt x="0" y="175"/>
                  </a:cubicBezTo>
                  <a:cubicBezTo>
                    <a:pt x="0" y="78"/>
                    <a:pt x="78" y="0"/>
                    <a:pt x="174" y="0"/>
                  </a:cubicBezTo>
                  <a:cubicBezTo>
                    <a:pt x="271" y="0"/>
                    <a:pt x="350" y="78"/>
                    <a:pt x="350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6">
              <a:extLst>
                <a:ext uri="{FF2B5EF4-FFF2-40B4-BE49-F238E27FC236}">
                  <a16:creationId xmlns:a16="http://schemas.microsoft.com/office/drawing/2014/main" id="{14A3D6B9-0509-D910-A590-8A91E2BF5A48}"/>
                </a:ext>
              </a:extLst>
            </p:cNvPr>
            <p:cNvSpPr/>
            <p:nvPr/>
          </p:nvSpPr>
          <p:spPr>
            <a:xfrm>
              <a:off x="2765880" y="2594880"/>
              <a:ext cx="36360" cy="86040"/>
            </a:xfrm>
            <a:custGeom>
              <a:avLst/>
              <a:gdLst/>
              <a:ahLst/>
              <a:cxnLst/>
              <a:rect l="l" t="t" r="r" b="b"/>
              <a:pathLst>
                <a:path w="101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1" y="23"/>
                    <a:pt x="101" y="51"/>
                  </a:cubicBezTo>
                  <a:lnTo>
                    <a:pt x="101" y="188"/>
                  </a:lnTo>
                  <a:cubicBezTo>
                    <a:pt x="101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6">
              <a:extLst>
                <a:ext uri="{FF2B5EF4-FFF2-40B4-BE49-F238E27FC236}">
                  <a16:creationId xmlns:a16="http://schemas.microsoft.com/office/drawing/2014/main" id="{2108007C-4A56-D0D2-2736-0F424B572C61}"/>
                </a:ext>
              </a:extLst>
            </p:cNvPr>
            <p:cNvSpPr/>
            <p:nvPr/>
          </p:nvSpPr>
          <p:spPr>
            <a:xfrm>
              <a:off x="3192120" y="2594880"/>
              <a:ext cx="36720" cy="86040"/>
            </a:xfrm>
            <a:custGeom>
              <a:avLst/>
              <a:gdLst/>
              <a:ahLst/>
              <a:cxnLst/>
              <a:rect l="l" t="t" r="r" b="b"/>
              <a:pathLst>
                <a:path w="102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2" y="23"/>
                    <a:pt x="102" y="51"/>
                  </a:cubicBezTo>
                  <a:lnTo>
                    <a:pt x="102" y="188"/>
                  </a:lnTo>
                  <a:cubicBezTo>
                    <a:pt x="102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6">
              <a:extLst>
                <a:ext uri="{FF2B5EF4-FFF2-40B4-BE49-F238E27FC236}">
                  <a16:creationId xmlns:a16="http://schemas.microsoft.com/office/drawing/2014/main" id="{0832E7B1-B1D1-20BD-AFB6-D3D5F039BB21}"/>
                </a:ext>
              </a:extLst>
            </p:cNvPr>
            <p:cNvSpPr/>
            <p:nvPr/>
          </p:nvSpPr>
          <p:spPr>
            <a:xfrm>
              <a:off x="2743920" y="2413800"/>
              <a:ext cx="506520" cy="216720"/>
            </a:xfrm>
            <a:custGeom>
              <a:avLst/>
              <a:gdLst/>
              <a:ahLst/>
              <a:cxnLst/>
              <a:rect l="l" t="t" r="r" b="b"/>
              <a:pathLst>
                <a:path w="1407" h="602" extrusionOk="0">
                  <a:moveTo>
                    <a:pt x="1357" y="602"/>
                  </a:moveTo>
                  <a:lnTo>
                    <a:pt x="50" y="602"/>
                  </a:lnTo>
                  <a:cubicBezTo>
                    <a:pt x="22" y="602"/>
                    <a:pt x="0" y="579"/>
                    <a:pt x="0" y="552"/>
                  </a:cubicBezTo>
                  <a:lnTo>
                    <a:pt x="0" y="0"/>
                  </a:lnTo>
                  <a:lnTo>
                    <a:pt x="1407" y="0"/>
                  </a:lnTo>
                  <a:lnTo>
                    <a:pt x="1407" y="552"/>
                  </a:lnTo>
                  <a:cubicBezTo>
                    <a:pt x="1407" y="579"/>
                    <a:pt x="1385" y="602"/>
                    <a:pt x="1357" y="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461DDCAC-F4F8-0FC2-1297-CE8CA2EC3A2F}"/>
                </a:ext>
              </a:extLst>
            </p:cNvPr>
            <p:cNvSpPr/>
            <p:nvPr/>
          </p:nvSpPr>
          <p:spPr>
            <a:xfrm>
              <a:off x="2743920" y="236520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407" y="135"/>
                  </a:moveTo>
                  <a:lnTo>
                    <a:pt x="0" y="135"/>
                  </a:lnTo>
                  <a:lnTo>
                    <a:pt x="0" y="44"/>
                  </a:lnTo>
                  <a:cubicBezTo>
                    <a:pt x="0" y="20"/>
                    <a:pt x="20" y="0"/>
                    <a:pt x="44" y="0"/>
                  </a:cubicBezTo>
                  <a:lnTo>
                    <a:pt x="1363" y="0"/>
                  </a:lnTo>
                  <a:cubicBezTo>
                    <a:pt x="1387" y="0"/>
                    <a:pt x="1407" y="20"/>
                    <a:pt x="1407" y="44"/>
                  </a:cubicBezTo>
                  <a:lnTo>
                    <a:pt x="1407" y="1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D9F36528-8029-9A8A-8CB0-BFB67383839F}"/>
                </a:ext>
              </a:extLst>
            </p:cNvPr>
            <p:cNvSpPr/>
            <p:nvPr/>
          </p:nvSpPr>
          <p:spPr>
            <a:xfrm>
              <a:off x="2757240" y="2316960"/>
              <a:ext cx="478800" cy="48240"/>
            </a:xfrm>
            <a:custGeom>
              <a:avLst/>
              <a:gdLst/>
              <a:ahLst/>
              <a:cxnLst/>
              <a:rect l="l" t="t" r="r" b="b"/>
              <a:pathLst>
                <a:path w="1330" h="134" extrusionOk="0">
                  <a:moveTo>
                    <a:pt x="1330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330" y="0"/>
                  </a:lnTo>
                  <a:lnTo>
                    <a:pt x="1330" y="1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434E7219-1C9A-ED46-FF7F-5F5538A1C6AE}"/>
                </a:ext>
              </a:extLst>
            </p:cNvPr>
            <p:cNvSpPr/>
            <p:nvPr/>
          </p:nvSpPr>
          <p:spPr>
            <a:xfrm>
              <a:off x="2743920" y="226836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365" y="135"/>
                  </a:moveTo>
                  <a:lnTo>
                    <a:pt x="42" y="135"/>
                  </a:lnTo>
                  <a:cubicBezTo>
                    <a:pt x="19" y="135"/>
                    <a:pt x="0" y="116"/>
                    <a:pt x="0" y="93"/>
                  </a:cubicBezTo>
                  <a:lnTo>
                    <a:pt x="0" y="42"/>
                  </a:lnTo>
                  <a:cubicBezTo>
                    <a:pt x="0" y="19"/>
                    <a:pt x="19" y="0"/>
                    <a:pt x="42" y="0"/>
                  </a:cubicBezTo>
                  <a:lnTo>
                    <a:pt x="1365" y="0"/>
                  </a:lnTo>
                  <a:cubicBezTo>
                    <a:pt x="1388" y="0"/>
                    <a:pt x="1407" y="19"/>
                    <a:pt x="1407" y="42"/>
                  </a:cubicBezTo>
                  <a:lnTo>
                    <a:pt x="1407" y="93"/>
                  </a:lnTo>
                  <a:cubicBezTo>
                    <a:pt x="1407" y="116"/>
                    <a:pt x="1388" y="135"/>
                    <a:pt x="1365" y="1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543F630F-E383-234E-D3F2-071D6B5BA4C9}"/>
                </a:ext>
              </a:extLst>
            </p:cNvPr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446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446" y="0"/>
                  </a:lnTo>
                  <a:lnTo>
                    <a:pt x="446" y="2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D088ED1E-46D6-DD75-9312-6ACF32BA6CAE}"/>
                </a:ext>
              </a:extLst>
            </p:cNvPr>
            <p:cNvSpPr/>
            <p:nvPr/>
          </p:nvSpPr>
          <p:spPr>
            <a:xfrm>
              <a:off x="2939760" y="2474280"/>
              <a:ext cx="116280" cy="47520"/>
            </a:xfrm>
            <a:custGeom>
              <a:avLst/>
              <a:gdLst/>
              <a:ahLst/>
              <a:cxnLst/>
              <a:rect l="l" t="t" r="r" b="b"/>
              <a:pathLst>
                <a:path w="323" h="132" extrusionOk="0">
                  <a:moveTo>
                    <a:pt x="323" y="132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323" y="0"/>
                  </a:lnTo>
                  <a:lnTo>
                    <a:pt x="323" y="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500" rIns="90000" bIns="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2FE316C3-B599-19B2-7ECA-11861A51321A}"/>
                </a:ext>
              </a:extLst>
            </p:cNvPr>
            <p:cNvSpPr/>
            <p:nvPr/>
          </p:nvSpPr>
          <p:spPr>
            <a:xfrm>
              <a:off x="2939760" y="2316960"/>
              <a:ext cx="116640" cy="48240"/>
            </a:xfrm>
            <a:custGeom>
              <a:avLst/>
              <a:gdLst/>
              <a:ahLst/>
              <a:cxnLst/>
              <a:rect l="l" t="t" r="r" b="b"/>
              <a:pathLst>
                <a:path w="324" h="134" extrusionOk="0">
                  <a:moveTo>
                    <a:pt x="324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324" y="0"/>
                  </a:lnTo>
                  <a:lnTo>
                    <a:pt x="324" y="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4BE5EC69-3014-E9FD-D984-744C3BE0C3F9}"/>
                </a:ext>
              </a:extLst>
            </p:cNvPr>
            <p:cNvSpPr/>
            <p:nvPr/>
          </p:nvSpPr>
          <p:spPr>
            <a:xfrm>
              <a:off x="2980440" y="2323800"/>
              <a:ext cx="34920" cy="34560"/>
            </a:xfrm>
            <a:custGeom>
              <a:avLst/>
              <a:gdLst/>
              <a:ahLst/>
              <a:cxnLst/>
              <a:rect l="l" t="t" r="r" b="b"/>
              <a:pathLst>
                <a:path w="97" h="96" extrusionOk="0">
                  <a:moveTo>
                    <a:pt x="97" y="48"/>
                  </a:moveTo>
                  <a:cubicBezTo>
                    <a:pt x="97" y="75"/>
                    <a:pt x="75" y="96"/>
                    <a:pt x="49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5" y="0"/>
                    <a:pt x="97" y="22"/>
                    <a:pt x="9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3BA05CC5-B972-C22F-2F50-E14DF9E71B07}"/>
                </a:ext>
              </a:extLst>
            </p:cNvPr>
            <p:cNvSpPr/>
            <p:nvPr/>
          </p:nvSpPr>
          <p:spPr>
            <a:xfrm>
              <a:off x="2757240" y="2316960"/>
              <a:ext cx="478800" cy="24120"/>
            </a:xfrm>
            <a:custGeom>
              <a:avLst/>
              <a:gdLst/>
              <a:ahLst/>
              <a:cxnLst/>
              <a:rect l="l" t="t" r="r" b="b"/>
              <a:pathLst>
                <a:path w="1330" h="67" extrusionOk="0">
                  <a:moveTo>
                    <a:pt x="1328" y="0"/>
                  </a:moveTo>
                  <a:lnTo>
                    <a:pt x="1330" y="19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DB4A9800-2E0E-8DA7-EDAE-1C1EC5FBCA53}"/>
                </a:ext>
              </a:extLst>
            </p:cNvPr>
            <p:cNvSpPr/>
            <p:nvPr/>
          </p:nvSpPr>
          <p:spPr>
            <a:xfrm>
              <a:off x="2974320" y="2481840"/>
              <a:ext cx="68760" cy="30960"/>
            </a:xfrm>
            <a:custGeom>
              <a:avLst/>
              <a:gdLst/>
              <a:ahLst/>
              <a:cxnLst/>
              <a:rect l="l" t="t" r="r" b="b"/>
              <a:pathLst>
                <a:path w="191" h="86" extrusionOk="0">
                  <a:moveTo>
                    <a:pt x="191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4E5EEC93-353B-8724-43F5-2B6832BE6432}"/>
                </a:ext>
              </a:extLst>
            </p:cNvPr>
            <p:cNvSpPr/>
            <p:nvPr/>
          </p:nvSpPr>
          <p:spPr>
            <a:xfrm>
              <a:off x="2743920" y="2413800"/>
              <a:ext cx="506520" cy="24120"/>
            </a:xfrm>
            <a:custGeom>
              <a:avLst/>
              <a:gdLst/>
              <a:ahLst/>
              <a:cxnLst/>
              <a:rect l="l" t="t" r="r" b="b"/>
              <a:pathLst>
                <a:path w="1407" h="67" extrusionOk="0">
                  <a:moveTo>
                    <a:pt x="1407" y="0"/>
                  </a:moveTo>
                  <a:lnTo>
                    <a:pt x="1407" y="25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6A40456A-37ED-8FE2-A013-8B5B0CD79C18}"/>
                </a:ext>
              </a:extLst>
            </p:cNvPr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0" y="0"/>
                  </a:moveTo>
                  <a:lnTo>
                    <a:pt x="446" y="204"/>
                  </a:lnTo>
                  <a:lnTo>
                    <a:pt x="4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55D9AA85-E425-9E55-379D-DF206D4A4AEB}"/>
                </a:ext>
              </a:extLst>
            </p:cNvPr>
            <p:cNvSpPr/>
            <p:nvPr/>
          </p:nvSpPr>
          <p:spPr>
            <a:xfrm>
              <a:off x="2990520" y="233388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0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ED3BF565-59FF-AE0F-BB24-32A73652F7DC}"/>
                </a:ext>
              </a:extLst>
            </p:cNvPr>
            <p:cNvSpPr/>
            <p:nvPr/>
          </p:nvSpPr>
          <p:spPr>
            <a:xfrm>
              <a:off x="2951280" y="249804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1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10" y="41"/>
                    <a:pt x="0" y="32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2" y="0"/>
                    <a:pt x="41" y="9"/>
                    <a:pt x="41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Google Shape;329;p32">
            <a:extLst>
              <a:ext uri="{FF2B5EF4-FFF2-40B4-BE49-F238E27FC236}">
                <a16:creationId xmlns:a16="http://schemas.microsoft.com/office/drawing/2014/main" id="{65782CFF-2598-6923-930C-89C87E973F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7875" y="782392"/>
            <a:ext cx="6586125" cy="12712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Evaluate economic factors, emphasizing the costs of initial investment and personnel training to work alongside </a:t>
            </a:r>
            <a:r>
              <a:rPr lang="en-US" sz="2400" dirty="0" err="1"/>
              <a:t>cobots</a:t>
            </a:r>
            <a:r>
              <a:rPr lang="en-US" sz="2400" dirty="0"/>
              <a:t>.</a:t>
            </a:r>
          </a:p>
        </p:txBody>
      </p:sp>
      <p:sp>
        <p:nvSpPr>
          <p:cNvPr id="2" name="Google Shape;330;p32">
            <a:extLst>
              <a:ext uri="{FF2B5EF4-FFF2-40B4-BE49-F238E27FC236}">
                <a16:creationId xmlns:a16="http://schemas.microsoft.com/office/drawing/2014/main" id="{FF7D952F-E21D-E2EB-4F4D-F452AF96F051}"/>
              </a:ext>
            </a:extLst>
          </p:cNvPr>
          <p:cNvSpPr txBox="1">
            <a:spLocks/>
          </p:cNvSpPr>
          <p:nvPr/>
        </p:nvSpPr>
        <p:spPr>
          <a:xfrm>
            <a:off x="3698857" y="2079036"/>
            <a:ext cx="5003817" cy="2461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The economic challenges of implementing </a:t>
            </a:r>
            <a:r>
              <a:rPr lang="en-US" dirty="0" err="1"/>
              <a:t>cobots</a:t>
            </a:r>
            <a:r>
              <a:rPr lang="en-US" dirty="0"/>
              <a:t> include high initial costs for </a:t>
            </a:r>
            <a:r>
              <a:rPr lang="en-US" dirty="0" err="1"/>
              <a:t>cobots</a:t>
            </a:r>
            <a:r>
              <a:rPr lang="en-US" dirty="0"/>
              <a:t>, installation, training, and programming.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Small to medium-sized enterprises (SMEs) face difficulties due to the substantial expenses, including maintenance and electricity.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Employee training for new skills, such as programming and troubleshooting, increases costs and may reduce productivity during the transition.</a:t>
            </a:r>
          </a:p>
        </p:txBody>
      </p:sp>
    </p:spTree>
    <p:extLst>
      <p:ext uri="{BB962C8B-B14F-4D97-AF65-F5344CB8AC3E}">
        <p14:creationId xmlns:p14="http://schemas.microsoft.com/office/powerpoint/2010/main" val="62104175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>
          <a:extLst>
            <a:ext uri="{FF2B5EF4-FFF2-40B4-BE49-F238E27FC236}">
              <a16:creationId xmlns:a16="http://schemas.microsoft.com/office/drawing/2014/main" id="{C14BB099-A341-E9AA-82BE-ACDFEE68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36">
            <a:extLst>
              <a:ext uri="{FF2B5EF4-FFF2-40B4-BE49-F238E27FC236}">
                <a16:creationId xmlns:a16="http://schemas.microsoft.com/office/drawing/2014/main" id="{DB23C6CE-F0D1-C01B-43BF-311A375FA8DB}"/>
              </a:ext>
            </a:extLst>
          </p:cNvPr>
          <p:cNvGrpSpPr/>
          <p:nvPr/>
        </p:nvGrpSpPr>
        <p:grpSpPr>
          <a:xfrm>
            <a:off x="801039" y="1646688"/>
            <a:ext cx="2587530" cy="3084637"/>
            <a:chOff x="2743920" y="1646640"/>
            <a:chExt cx="867600" cy="1034280"/>
          </a:xfrm>
        </p:grpSpPr>
        <p:sp>
          <p:nvSpPr>
            <p:cNvPr id="402" name="Google Shape;402;p36">
              <a:extLst>
                <a:ext uri="{FF2B5EF4-FFF2-40B4-BE49-F238E27FC236}">
                  <a16:creationId xmlns:a16="http://schemas.microsoft.com/office/drawing/2014/main" id="{CB86769B-40B6-8055-24BE-F8DE2AF80B01}"/>
                </a:ext>
              </a:extLst>
            </p:cNvPr>
            <p:cNvSpPr/>
            <p:nvPr/>
          </p:nvSpPr>
          <p:spPr>
            <a:xfrm>
              <a:off x="3375000" y="2154240"/>
              <a:ext cx="236520" cy="232920"/>
            </a:xfrm>
            <a:custGeom>
              <a:avLst/>
              <a:gdLst/>
              <a:ahLst/>
              <a:cxnLst/>
              <a:rect l="l" t="t" r="r" b="b"/>
              <a:pathLst>
                <a:path w="657" h="647" extrusionOk="0">
                  <a:moveTo>
                    <a:pt x="657" y="647"/>
                  </a:moveTo>
                  <a:lnTo>
                    <a:pt x="0" y="647"/>
                  </a:lnTo>
                  <a:lnTo>
                    <a:pt x="0" y="0"/>
                  </a:lnTo>
                  <a:lnTo>
                    <a:pt x="657" y="0"/>
                  </a:lnTo>
                  <a:lnTo>
                    <a:pt x="657" y="6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6">
              <a:extLst>
                <a:ext uri="{FF2B5EF4-FFF2-40B4-BE49-F238E27FC236}">
                  <a16:creationId xmlns:a16="http://schemas.microsoft.com/office/drawing/2014/main" id="{B45B158D-0F52-8E02-6913-502C8A969B39}"/>
                </a:ext>
              </a:extLst>
            </p:cNvPr>
            <p:cNvSpPr/>
            <p:nvPr/>
          </p:nvSpPr>
          <p:spPr>
            <a:xfrm>
              <a:off x="3401280" y="217548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6">
              <a:extLst>
                <a:ext uri="{FF2B5EF4-FFF2-40B4-BE49-F238E27FC236}">
                  <a16:creationId xmlns:a16="http://schemas.microsoft.com/office/drawing/2014/main" id="{007DB2B4-4A19-A5EB-6CED-311C8C33A173}"/>
                </a:ext>
              </a:extLst>
            </p:cNvPr>
            <p:cNvSpPr/>
            <p:nvPr/>
          </p:nvSpPr>
          <p:spPr>
            <a:xfrm>
              <a:off x="3461040" y="236232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6">
              <a:extLst>
                <a:ext uri="{FF2B5EF4-FFF2-40B4-BE49-F238E27FC236}">
                  <a16:creationId xmlns:a16="http://schemas.microsoft.com/office/drawing/2014/main" id="{A1B38EFC-461B-D8E0-5725-07AE15FCC2C8}"/>
                </a:ext>
              </a:extLst>
            </p:cNvPr>
            <p:cNvSpPr/>
            <p:nvPr/>
          </p:nvSpPr>
          <p:spPr>
            <a:xfrm>
              <a:off x="3401280" y="2189160"/>
              <a:ext cx="78480" cy="4680"/>
            </a:xfrm>
            <a:custGeom>
              <a:avLst/>
              <a:gdLst/>
              <a:ahLst/>
              <a:cxnLst/>
              <a:rect l="l" t="t" r="r" b="b"/>
              <a:pathLst>
                <a:path w="218" h="13" extrusionOk="0">
                  <a:moveTo>
                    <a:pt x="218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218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6">
              <a:extLst>
                <a:ext uri="{FF2B5EF4-FFF2-40B4-BE49-F238E27FC236}">
                  <a16:creationId xmlns:a16="http://schemas.microsoft.com/office/drawing/2014/main" id="{1572DA79-9D70-4007-471C-1C5C6F7F07D1}"/>
                </a:ext>
              </a:extLst>
            </p:cNvPr>
            <p:cNvSpPr/>
            <p:nvPr/>
          </p:nvSpPr>
          <p:spPr>
            <a:xfrm>
              <a:off x="3401280" y="220428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6">
              <a:extLst>
                <a:ext uri="{FF2B5EF4-FFF2-40B4-BE49-F238E27FC236}">
                  <a16:creationId xmlns:a16="http://schemas.microsoft.com/office/drawing/2014/main" id="{479721BA-A398-7B20-FA9F-2597549DCCD5}"/>
                </a:ext>
              </a:extLst>
            </p:cNvPr>
            <p:cNvSpPr/>
            <p:nvPr/>
          </p:nvSpPr>
          <p:spPr>
            <a:xfrm>
              <a:off x="3461040" y="235224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6">
              <a:extLst>
                <a:ext uri="{FF2B5EF4-FFF2-40B4-BE49-F238E27FC236}">
                  <a16:creationId xmlns:a16="http://schemas.microsoft.com/office/drawing/2014/main" id="{4CE7AACF-9AC2-5F1D-F482-D532C95F336A}"/>
                </a:ext>
              </a:extLst>
            </p:cNvPr>
            <p:cNvSpPr/>
            <p:nvPr/>
          </p:nvSpPr>
          <p:spPr>
            <a:xfrm>
              <a:off x="3486600" y="2154240"/>
              <a:ext cx="21240" cy="94680"/>
            </a:xfrm>
            <a:custGeom>
              <a:avLst/>
              <a:gdLst/>
              <a:ahLst/>
              <a:cxnLst/>
              <a:rect l="l" t="t" r="r" b="b"/>
              <a:pathLst>
                <a:path w="59" h="263" extrusionOk="0">
                  <a:moveTo>
                    <a:pt x="45" y="260"/>
                  </a:moveTo>
                  <a:lnTo>
                    <a:pt x="45" y="260"/>
                  </a:lnTo>
                  <a:cubicBezTo>
                    <a:pt x="43" y="260"/>
                    <a:pt x="42" y="260"/>
                    <a:pt x="41" y="260"/>
                  </a:cubicBezTo>
                  <a:lnTo>
                    <a:pt x="26" y="263"/>
                  </a:lnTo>
                  <a:cubicBezTo>
                    <a:pt x="25" y="263"/>
                    <a:pt x="24" y="263"/>
                    <a:pt x="22" y="263"/>
                  </a:cubicBezTo>
                  <a:lnTo>
                    <a:pt x="11" y="262"/>
                  </a:lnTo>
                  <a:cubicBezTo>
                    <a:pt x="10" y="262"/>
                    <a:pt x="9" y="262"/>
                    <a:pt x="8" y="262"/>
                  </a:cubicBezTo>
                  <a:lnTo>
                    <a:pt x="0" y="263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48"/>
                  </a:lnTo>
                  <a:cubicBezTo>
                    <a:pt x="59" y="255"/>
                    <a:pt x="52" y="261"/>
                    <a:pt x="45" y="2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6">
              <a:extLst>
                <a:ext uri="{FF2B5EF4-FFF2-40B4-BE49-F238E27FC236}">
                  <a16:creationId xmlns:a16="http://schemas.microsoft.com/office/drawing/2014/main" id="{344FAB24-5CCD-8E32-91F5-42FBE25F67E9}"/>
                </a:ext>
              </a:extLst>
            </p:cNvPr>
            <p:cNvSpPr/>
            <p:nvPr/>
          </p:nvSpPr>
          <p:spPr>
            <a:xfrm>
              <a:off x="3565080" y="2239920"/>
              <a:ext cx="41760" cy="18000"/>
            </a:xfrm>
            <a:custGeom>
              <a:avLst/>
              <a:gdLst/>
              <a:ahLst/>
              <a:cxnLst/>
              <a:rect l="l" t="t" r="r" b="b"/>
              <a:pathLst>
                <a:path w="116" h="50" extrusionOk="0">
                  <a:moveTo>
                    <a:pt x="13" y="50"/>
                  </a:moveTo>
                  <a:lnTo>
                    <a:pt x="104" y="50"/>
                  </a:lnTo>
                  <a:cubicBezTo>
                    <a:pt x="111" y="50"/>
                    <a:pt x="116" y="45"/>
                    <a:pt x="116" y="38"/>
                  </a:cubicBezTo>
                  <a:lnTo>
                    <a:pt x="116" y="12"/>
                  </a:lnTo>
                  <a:cubicBezTo>
                    <a:pt x="116" y="5"/>
                    <a:pt x="111" y="0"/>
                    <a:pt x="104" y="0"/>
                  </a:cubicBezTo>
                  <a:lnTo>
                    <a:pt x="13" y="0"/>
                  </a:lnTo>
                  <a:cubicBezTo>
                    <a:pt x="6" y="0"/>
                    <a:pt x="0" y="5"/>
                    <a:pt x="0" y="12"/>
                  </a:cubicBezTo>
                  <a:lnTo>
                    <a:pt x="0" y="38"/>
                  </a:lnTo>
                  <a:cubicBezTo>
                    <a:pt x="0" y="45"/>
                    <a:pt x="6" y="50"/>
                    <a:pt x="13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6">
              <a:extLst>
                <a:ext uri="{FF2B5EF4-FFF2-40B4-BE49-F238E27FC236}">
                  <a16:creationId xmlns:a16="http://schemas.microsoft.com/office/drawing/2014/main" id="{D19BE102-D10E-C4A4-F2AF-45341E0B5634}"/>
                </a:ext>
              </a:extLst>
            </p:cNvPr>
            <p:cNvSpPr/>
            <p:nvPr/>
          </p:nvSpPr>
          <p:spPr>
            <a:xfrm>
              <a:off x="340128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6">
              <a:extLst>
                <a:ext uri="{FF2B5EF4-FFF2-40B4-BE49-F238E27FC236}">
                  <a16:creationId xmlns:a16="http://schemas.microsoft.com/office/drawing/2014/main" id="{CAEFAC2A-17B0-23D0-F464-FC0B8D05C6C2}"/>
                </a:ext>
              </a:extLst>
            </p:cNvPr>
            <p:cNvSpPr/>
            <p:nvPr/>
          </p:nvSpPr>
          <p:spPr>
            <a:xfrm>
              <a:off x="342792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6">
              <a:extLst>
                <a:ext uri="{FF2B5EF4-FFF2-40B4-BE49-F238E27FC236}">
                  <a16:creationId xmlns:a16="http://schemas.microsoft.com/office/drawing/2014/main" id="{5ED56FD7-C0EB-08A5-339B-2BB172E99FE4}"/>
                </a:ext>
              </a:extLst>
            </p:cNvPr>
            <p:cNvSpPr/>
            <p:nvPr/>
          </p:nvSpPr>
          <p:spPr>
            <a:xfrm>
              <a:off x="340128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6">
              <a:extLst>
                <a:ext uri="{FF2B5EF4-FFF2-40B4-BE49-F238E27FC236}">
                  <a16:creationId xmlns:a16="http://schemas.microsoft.com/office/drawing/2014/main" id="{4A8B5FF8-5D31-F80C-F2D2-27A91B18B324}"/>
                </a:ext>
              </a:extLst>
            </p:cNvPr>
            <p:cNvSpPr/>
            <p:nvPr/>
          </p:nvSpPr>
          <p:spPr>
            <a:xfrm>
              <a:off x="342792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6">
              <a:extLst>
                <a:ext uri="{FF2B5EF4-FFF2-40B4-BE49-F238E27FC236}">
                  <a16:creationId xmlns:a16="http://schemas.microsoft.com/office/drawing/2014/main" id="{CD967F34-0135-7A7B-9E8D-40E69454A5B6}"/>
                </a:ext>
              </a:extLst>
            </p:cNvPr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793" y="0"/>
                  </a:move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220"/>
                  </a:lnTo>
                  <a:cubicBezTo>
                    <a:pt x="1013" y="99"/>
                    <a:pt x="914" y="0"/>
                    <a:pt x="7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6">
              <a:extLst>
                <a:ext uri="{FF2B5EF4-FFF2-40B4-BE49-F238E27FC236}">
                  <a16:creationId xmlns:a16="http://schemas.microsoft.com/office/drawing/2014/main" id="{4DE75C58-66D0-FAEA-4C44-323EFD23CF06}"/>
                </a:ext>
              </a:extLst>
            </p:cNvPr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116" y="227"/>
                  </a:moveTo>
                  <a:cubicBezTo>
                    <a:pt x="116" y="166"/>
                    <a:pt x="160" y="114"/>
                    <a:pt x="220" y="103"/>
                  </a:cubicBezTo>
                  <a:cubicBezTo>
                    <a:pt x="409" y="70"/>
                    <a:pt x="794" y="2"/>
                    <a:pt x="805" y="1"/>
                  </a:cubicBezTo>
                  <a:cubicBezTo>
                    <a:pt x="803" y="1"/>
                    <a:pt x="802" y="1"/>
                    <a:pt x="800" y="1"/>
                  </a:cubicBezTo>
                  <a:lnTo>
                    <a:pt x="790" y="0"/>
                  </a:ln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1423"/>
                  </a:lnTo>
                  <a:lnTo>
                    <a:pt x="169" y="1332"/>
                  </a:lnTo>
                  <a:cubicBezTo>
                    <a:pt x="139" y="1328"/>
                    <a:pt x="116" y="1303"/>
                    <a:pt x="116" y="1273"/>
                  </a:cubicBezTo>
                  <a:lnTo>
                    <a:pt x="116" y="22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6">
              <a:extLst>
                <a:ext uri="{FF2B5EF4-FFF2-40B4-BE49-F238E27FC236}">
                  <a16:creationId xmlns:a16="http://schemas.microsoft.com/office/drawing/2014/main" id="{FD57C1B9-57BB-FC15-27AF-9ACAE5278C34}"/>
                </a:ext>
              </a:extLst>
            </p:cNvPr>
            <p:cNvSpPr/>
            <p:nvPr/>
          </p:nvSpPr>
          <p:spPr>
            <a:xfrm>
              <a:off x="2814840" y="1646640"/>
              <a:ext cx="364680" cy="104040"/>
            </a:xfrm>
            <a:custGeom>
              <a:avLst/>
              <a:gdLst/>
              <a:ahLst/>
              <a:cxnLst/>
              <a:rect l="l" t="t" r="r" b="b"/>
              <a:pathLst>
                <a:path w="1013" h="289" extrusionOk="0">
                  <a:moveTo>
                    <a:pt x="868" y="289"/>
                  </a:moveTo>
                  <a:lnTo>
                    <a:pt x="145" y="289"/>
                  </a:lnTo>
                  <a:cubicBezTo>
                    <a:pt x="66" y="289"/>
                    <a:pt x="0" y="224"/>
                    <a:pt x="0" y="145"/>
                  </a:cubicBezTo>
                  <a:cubicBezTo>
                    <a:pt x="0" y="65"/>
                    <a:pt x="66" y="0"/>
                    <a:pt x="145" y="0"/>
                  </a:cubicBezTo>
                  <a:lnTo>
                    <a:pt x="868" y="0"/>
                  </a:lnTo>
                  <a:cubicBezTo>
                    <a:pt x="947" y="0"/>
                    <a:pt x="1013" y="65"/>
                    <a:pt x="1013" y="145"/>
                  </a:cubicBezTo>
                  <a:cubicBezTo>
                    <a:pt x="1013" y="224"/>
                    <a:pt x="947" y="289"/>
                    <a:pt x="868" y="2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6">
              <a:extLst>
                <a:ext uri="{FF2B5EF4-FFF2-40B4-BE49-F238E27FC236}">
                  <a16:creationId xmlns:a16="http://schemas.microsoft.com/office/drawing/2014/main" id="{93E148B5-3859-059E-CE91-5DF7DC4A2220}"/>
                </a:ext>
              </a:extLst>
            </p:cNvPr>
            <p:cNvSpPr/>
            <p:nvPr/>
          </p:nvSpPr>
          <p:spPr>
            <a:xfrm>
              <a:off x="2856600" y="1665360"/>
              <a:ext cx="289440" cy="33480"/>
            </a:xfrm>
            <a:custGeom>
              <a:avLst/>
              <a:gdLst/>
              <a:ahLst/>
              <a:cxnLst/>
              <a:rect l="l" t="t" r="r" b="b"/>
              <a:pathLst>
                <a:path w="804" h="93" extrusionOk="0">
                  <a:moveTo>
                    <a:pt x="757" y="93"/>
                  </a:moveTo>
                  <a:lnTo>
                    <a:pt x="46" y="93"/>
                  </a:lnTo>
                  <a:cubicBezTo>
                    <a:pt x="21" y="93"/>
                    <a:pt x="0" y="72"/>
                    <a:pt x="0" y="46"/>
                  </a:cubicBezTo>
                  <a:cubicBezTo>
                    <a:pt x="0" y="21"/>
                    <a:pt x="21" y="0"/>
                    <a:pt x="46" y="0"/>
                  </a:cubicBezTo>
                  <a:lnTo>
                    <a:pt x="757" y="0"/>
                  </a:lnTo>
                  <a:cubicBezTo>
                    <a:pt x="783" y="0"/>
                    <a:pt x="804" y="21"/>
                    <a:pt x="804" y="46"/>
                  </a:cubicBezTo>
                  <a:cubicBezTo>
                    <a:pt x="804" y="72"/>
                    <a:pt x="783" y="93"/>
                    <a:pt x="757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6">
              <a:extLst>
                <a:ext uri="{FF2B5EF4-FFF2-40B4-BE49-F238E27FC236}">
                  <a16:creationId xmlns:a16="http://schemas.microsoft.com/office/drawing/2014/main" id="{29791E05-D46B-9652-8C2A-B8EFE2CB0FC4}"/>
                </a:ext>
              </a:extLst>
            </p:cNvPr>
            <p:cNvSpPr/>
            <p:nvPr/>
          </p:nvSpPr>
          <p:spPr>
            <a:xfrm>
              <a:off x="2939400" y="1715040"/>
              <a:ext cx="120600" cy="13680"/>
            </a:xfrm>
            <a:custGeom>
              <a:avLst/>
              <a:gdLst/>
              <a:ahLst/>
              <a:cxnLst/>
              <a:rect l="l" t="t" r="r" b="b"/>
              <a:pathLst>
                <a:path w="335" h="38" extrusionOk="0">
                  <a:moveTo>
                    <a:pt x="316" y="38"/>
                  </a:moveTo>
                  <a:lnTo>
                    <a:pt x="18" y="38"/>
                  </a:lnTo>
                  <a:cubicBezTo>
                    <a:pt x="8" y="38"/>
                    <a:pt x="0" y="2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lnTo>
                    <a:pt x="316" y="0"/>
                  </a:lnTo>
                  <a:cubicBezTo>
                    <a:pt x="326" y="0"/>
                    <a:pt x="335" y="9"/>
                    <a:pt x="335" y="19"/>
                  </a:cubicBezTo>
                  <a:cubicBezTo>
                    <a:pt x="335" y="29"/>
                    <a:pt x="326" y="38"/>
                    <a:pt x="31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6">
              <a:extLst>
                <a:ext uri="{FF2B5EF4-FFF2-40B4-BE49-F238E27FC236}">
                  <a16:creationId xmlns:a16="http://schemas.microsoft.com/office/drawing/2014/main" id="{830B93BD-3CA2-A3EA-CCE7-71471E5FAF59}"/>
                </a:ext>
              </a:extLst>
            </p:cNvPr>
            <p:cNvSpPr/>
            <p:nvPr/>
          </p:nvSpPr>
          <p:spPr>
            <a:xfrm>
              <a:off x="3116880" y="1671840"/>
              <a:ext cx="20160" cy="20520"/>
            </a:xfrm>
            <a:custGeom>
              <a:avLst/>
              <a:gdLst/>
              <a:ahLst/>
              <a:cxnLst/>
              <a:rect l="l" t="t" r="r" b="b"/>
              <a:pathLst>
                <a:path w="56" h="57" extrusionOk="0">
                  <a:moveTo>
                    <a:pt x="56" y="28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12" y="57"/>
                    <a:pt x="0" y="44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6">
              <a:extLst>
                <a:ext uri="{FF2B5EF4-FFF2-40B4-BE49-F238E27FC236}">
                  <a16:creationId xmlns:a16="http://schemas.microsoft.com/office/drawing/2014/main" id="{C0475CA0-A58A-3028-29AB-BF16EED371EF}"/>
                </a:ext>
              </a:extLst>
            </p:cNvPr>
            <p:cNvSpPr/>
            <p:nvPr/>
          </p:nvSpPr>
          <p:spPr>
            <a:xfrm>
              <a:off x="2923560" y="1887840"/>
              <a:ext cx="136440" cy="224640"/>
            </a:xfrm>
            <a:custGeom>
              <a:avLst/>
              <a:gdLst/>
              <a:ahLst/>
              <a:cxnLst/>
              <a:rect l="l" t="t" r="r" b="b"/>
              <a:pathLst>
                <a:path w="379" h="624" extrusionOk="0">
                  <a:moveTo>
                    <a:pt x="41" y="0"/>
                  </a:moveTo>
                  <a:lnTo>
                    <a:pt x="0" y="624"/>
                  </a:lnTo>
                  <a:lnTo>
                    <a:pt x="369" y="624"/>
                  </a:lnTo>
                  <a:lnTo>
                    <a:pt x="379" y="59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6">
              <a:extLst>
                <a:ext uri="{FF2B5EF4-FFF2-40B4-BE49-F238E27FC236}">
                  <a16:creationId xmlns:a16="http://schemas.microsoft.com/office/drawing/2014/main" id="{1B133AFD-28F5-D12A-F5D9-01F24DDF8EBA}"/>
                </a:ext>
              </a:extLst>
            </p:cNvPr>
            <p:cNvSpPr/>
            <p:nvPr/>
          </p:nvSpPr>
          <p:spPr>
            <a:xfrm>
              <a:off x="2941560" y="1904760"/>
              <a:ext cx="118440" cy="197280"/>
            </a:xfrm>
            <a:custGeom>
              <a:avLst/>
              <a:gdLst/>
              <a:ahLst/>
              <a:cxnLst/>
              <a:rect l="l" t="t" r="r" b="b"/>
              <a:pathLst>
                <a:path w="329" h="548" extrusionOk="0">
                  <a:moveTo>
                    <a:pt x="329" y="548"/>
                  </a:moveTo>
                  <a:lnTo>
                    <a:pt x="0" y="548"/>
                  </a:lnTo>
                  <a:lnTo>
                    <a:pt x="0" y="0"/>
                  </a:lnTo>
                  <a:lnTo>
                    <a:pt x="329" y="0"/>
                  </a:lnTo>
                  <a:lnTo>
                    <a:pt x="329" y="5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6">
              <a:extLst>
                <a:ext uri="{FF2B5EF4-FFF2-40B4-BE49-F238E27FC236}">
                  <a16:creationId xmlns:a16="http://schemas.microsoft.com/office/drawing/2014/main" id="{F403EF92-03A3-8F88-CF60-B85D45F13108}"/>
                </a:ext>
              </a:extLst>
            </p:cNvPr>
            <p:cNvSpPr/>
            <p:nvPr/>
          </p:nvSpPr>
          <p:spPr>
            <a:xfrm>
              <a:off x="2990520" y="1847880"/>
              <a:ext cx="250200" cy="91440"/>
            </a:xfrm>
            <a:custGeom>
              <a:avLst/>
              <a:gdLst/>
              <a:ahLst/>
              <a:cxnLst/>
              <a:rect l="l" t="t" r="r" b="b"/>
              <a:pathLst>
                <a:path w="695" h="254" extrusionOk="0">
                  <a:moveTo>
                    <a:pt x="695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695" y="0"/>
                  </a:lnTo>
                  <a:lnTo>
                    <a:pt x="695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6">
              <a:extLst>
                <a:ext uri="{FF2B5EF4-FFF2-40B4-BE49-F238E27FC236}">
                  <a16:creationId xmlns:a16="http://schemas.microsoft.com/office/drawing/2014/main" id="{1FFAE9DC-17F0-B015-FDA5-920081100AB5}"/>
                </a:ext>
              </a:extLst>
            </p:cNvPr>
            <p:cNvSpPr/>
            <p:nvPr/>
          </p:nvSpPr>
          <p:spPr>
            <a:xfrm>
              <a:off x="3060000" y="1932480"/>
              <a:ext cx="119520" cy="36360"/>
            </a:xfrm>
            <a:custGeom>
              <a:avLst/>
              <a:gdLst/>
              <a:ahLst/>
              <a:cxnLst/>
              <a:rect l="l" t="t" r="r" b="b"/>
              <a:pathLst>
                <a:path w="332" h="101" extrusionOk="0">
                  <a:moveTo>
                    <a:pt x="332" y="19"/>
                  </a:moveTo>
                  <a:lnTo>
                    <a:pt x="332" y="63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332" y="19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6">
              <a:extLst>
                <a:ext uri="{FF2B5EF4-FFF2-40B4-BE49-F238E27FC236}">
                  <a16:creationId xmlns:a16="http://schemas.microsoft.com/office/drawing/2014/main" id="{B7058022-FB3B-F5DF-01EA-49B82CE74C49}"/>
                </a:ext>
              </a:extLst>
            </p:cNvPr>
            <p:cNvSpPr/>
            <p:nvPr/>
          </p:nvSpPr>
          <p:spPr>
            <a:xfrm>
              <a:off x="3300120" y="1847880"/>
              <a:ext cx="194760" cy="91440"/>
            </a:xfrm>
            <a:custGeom>
              <a:avLst/>
              <a:gdLst/>
              <a:ahLst/>
              <a:cxnLst/>
              <a:rect l="l" t="t" r="r" b="b"/>
              <a:pathLst>
                <a:path w="541" h="254" extrusionOk="0">
                  <a:moveTo>
                    <a:pt x="541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541" y="0"/>
                  </a:lnTo>
                  <a:lnTo>
                    <a:pt x="541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6">
              <a:extLst>
                <a:ext uri="{FF2B5EF4-FFF2-40B4-BE49-F238E27FC236}">
                  <a16:creationId xmlns:a16="http://schemas.microsoft.com/office/drawing/2014/main" id="{C094617B-F064-315A-27A0-63BFD81BB923}"/>
                </a:ext>
              </a:extLst>
            </p:cNvPr>
            <p:cNvSpPr/>
            <p:nvPr/>
          </p:nvSpPr>
          <p:spPr>
            <a:xfrm>
              <a:off x="3449520" y="1893600"/>
              <a:ext cx="91440" cy="122760"/>
            </a:xfrm>
            <a:custGeom>
              <a:avLst/>
              <a:gdLst/>
              <a:ahLst/>
              <a:cxnLst/>
              <a:rect l="l" t="t" r="r" b="b"/>
              <a:pathLst>
                <a:path w="254" h="341" extrusionOk="0">
                  <a:moveTo>
                    <a:pt x="0" y="0"/>
                  </a:moveTo>
                  <a:lnTo>
                    <a:pt x="254" y="0"/>
                  </a:lnTo>
                  <a:lnTo>
                    <a:pt x="254" y="341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6">
              <a:extLst>
                <a:ext uri="{FF2B5EF4-FFF2-40B4-BE49-F238E27FC236}">
                  <a16:creationId xmlns:a16="http://schemas.microsoft.com/office/drawing/2014/main" id="{F242BCE1-1578-5DED-A5BC-34FC9A2542B4}"/>
                </a:ext>
              </a:extLst>
            </p:cNvPr>
            <p:cNvSpPr/>
            <p:nvPr/>
          </p:nvSpPr>
          <p:spPr>
            <a:xfrm>
              <a:off x="3002400" y="1925640"/>
              <a:ext cx="508680" cy="13680"/>
            </a:xfrm>
            <a:custGeom>
              <a:avLst/>
              <a:gdLst/>
              <a:ahLst/>
              <a:cxnLst/>
              <a:rect l="l" t="t" r="r" b="b"/>
              <a:pathLst>
                <a:path w="1413" h="38" extrusionOk="0">
                  <a:moveTo>
                    <a:pt x="141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413" y="38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6">
              <a:extLst>
                <a:ext uri="{FF2B5EF4-FFF2-40B4-BE49-F238E27FC236}">
                  <a16:creationId xmlns:a16="http://schemas.microsoft.com/office/drawing/2014/main" id="{41466029-C539-34A1-8876-7C8062C38705}"/>
                </a:ext>
              </a:extLst>
            </p:cNvPr>
            <p:cNvSpPr/>
            <p:nvPr/>
          </p:nvSpPr>
          <p:spPr>
            <a:xfrm>
              <a:off x="29379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6"/>
                  </a:moveTo>
                  <a:cubicBezTo>
                    <a:pt x="351" y="273"/>
                    <a:pt x="273" y="351"/>
                    <a:pt x="176" y="351"/>
                  </a:cubicBezTo>
                  <a:cubicBezTo>
                    <a:pt x="79" y="351"/>
                    <a:pt x="0" y="273"/>
                    <a:pt x="0" y="176"/>
                  </a:cubicBezTo>
                  <a:cubicBezTo>
                    <a:pt x="0" y="79"/>
                    <a:pt x="79" y="0"/>
                    <a:pt x="176" y="0"/>
                  </a:cubicBezTo>
                  <a:cubicBezTo>
                    <a:pt x="273" y="0"/>
                    <a:pt x="351" y="79"/>
                    <a:pt x="351" y="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6">
              <a:extLst>
                <a:ext uri="{FF2B5EF4-FFF2-40B4-BE49-F238E27FC236}">
                  <a16:creationId xmlns:a16="http://schemas.microsoft.com/office/drawing/2014/main" id="{A2D9DB37-BD85-49A6-0FDE-0001ACA91663}"/>
                </a:ext>
              </a:extLst>
            </p:cNvPr>
            <p:cNvSpPr/>
            <p:nvPr/>
          </p:nvSpPr>
          <p:spPr>
            <a:xfrm>
              <a:off x="31845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5"/>
                  </a:moveTo>
                  <a:cubicBezTo>
                    <a:pt x="351" y="272"/>
                    <a:pt x="273" y="351"/>
                    <a:pt x="176" y="351"/>
                  </a:cubicBezTo>
                  <a:cubicBezTo>
                    <a:pt x="79" y="351"/>
                    <a:pt x="0" y="272"/>
                    <a:pt x="0" y="175"/>
                  </a:cubicBezTo>
                  <a:cubicBezTo>
                    <a:pt x="0" y="78"/>
                    <a:pt x="79" y="0"/>
                    <a:pt x="176" y="0"/>
                  </a:cubicBezTo>
                  <a:cubicBezTo>
                    <a:pt x="273" y="0"/>
                    <a:pt x="351" y="78"/>
                    <a:pt x="351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6">
              <a:extLst>
                <a:ext uri="{FF2B5EF4-FFF2-40B4-BE49-F238E27FC236}">
                  <a16:creationId xmlns:a16="http://schemas.microsoft.com/office/drawing/2014/main" id="{184519AF-3459-28F1-A366-A5448D65FFF5}"/>
                </a:ext>
              </a:extLst>
            </p:cNvPr>
            <p:cNvSpPr/>
            <p:nvPr/>
          </p:nvSpPr>
          <p:spPr>
            <a:xfrm>
              <a:off x="3435480" y="2012040"/>
              <a:ext cx="119520" cy="142200"/>
            </a:xfrm>
            <a:custGeom>
              <a:avLst/>
              <a:gdLst/>
              <a:ahLst/>
              <a:cxnLst/>
              <a:rect l="l" t="t" r="r" b="b"/>
              <a:pathLst>
                <a:path w="332" h="395" extrusionOk="0">
                  <a:moveTo>
                    <a:pt x="0" y="0"/>
                  </a:moveTo>
                  <a:lnTo>
                    <a:pt x="332" y="0"/>
                  </a:lnTo>
                  <a:lnTo>
                    <a:pt x="332" y="395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6">
              <a:extLst>
                <a:ext uri="{FF2B5EF4-FFF2-40B4-BE49-F238E27FC236}">
                  <a16:creationId xmlns:a16="http://schemas.microsoft.com/office/drawing/2014/main" id="{307CAD37-54AD-D4CE-1D38-CA142BD8D184}"/>
                </a:ext>
              </a:extLst>
            </p:cNvPr>
            <p:cNvSpPr/>
            <p:nvPr/>
          </p:nvSpPr>
          <p:spPr>
            <a:xfrm>
              <a:off x="3449520" y="1925640"/>
              <a:ext cx="21600" cy="86400"/>
            </a:xfrm>
            <a:custGeom>
              <a:avLst/>
              <a:gdLst/>
              <a:ahLst/>
              <a:cxnLst/>
              <a:rect l="l" t="t" r="r" b="b"/>
              <a:pathLst>
                <a:path w="60" h="240" extrusionOk="0">
                  <a:moveTo>
                    <a:pt x="60" y="240"/>
                  </a:moveTo>
                  <a:lnTo>
                    <a:pt x="0" y="2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4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1400" rIns="90000" bIns="41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6">
              <a:extLst>
                <a:ext uri="{FF2B5EF4-FFF2-40B4-BE49-F238E27FC236}">
                  <a16:creationId xmlns:a16="http://schemas.microsoft.com/office/drawing/2014/main" id="{A3ADB3EF-9214-8252-24BF-A29D348E491F}"/>
                </a:ext>
              </a:extLst>
            </p:cNvPr>
            <p:cNvSpPr/>
            <p:nvPr/>
          </p:nvSpPr>
          <p:spPr>
            <a:xfrm>
              <a:off x="3432240" y="1830600"/>
              <a:ext cx="126000" cy="126360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350" y="175"/>
                  </a:moveTo>
                  <a:cubicBezTo>
                    <a:pt x="350" y="272"/>
                    <a:pt x="271" y="351"/>
                    <a:pt x="174" y="351"/>
                  </a:cubicBezTo>
                  <a:cubicBezTo>
                    <a:pt x="78" y="351"/>
                    <a:pt x="0" y="272"/>
                    <a:pt x="0" y="175"/>
                  </a:cubicBezTo>
                  <a:cubicBezTo>
                    <a:pt x="0" y="78"/>
                    <a:pt x="78" y="0"/>
                    <a:pt x="174" y="0"/>
                  </a:cubicBezTo>
                  <a:cubicBezTo>
                    <a:pt x="271" y="0"/>
                    <a:pt x="350" y="78"/>
                    <a:pt x="350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6">
              <a:extLst>
                <a:ext uri="{FF2B5EF4-FFF2-40B4-BE49-F238E27FC236}">
                  <a16:creationId xmlns:a16="http://schemas.microsoft.com/office/drawing/2014/main" id="{6A3751D5-D184-2E24-CA21-1A6929255554}"/>
                </a:ext>
              </a:extLst>
            </p:cNvPr>
            <p:cNvSpPr/>
            <p:nvPr/>
          </p:nvSpPr>
          <p:spPr>
            <a:xfrm>
              <a:off x="2765880" y="2594880"/>
              <a:ext cx="36360" cy="86040"/>
            </a:xfrm>
            <a:custGeom>
              <a:avLst/>
              <a:gdLst/>
              <a:ahLst/>
              <a:cxnLst/>
              <a:rect l="l" t="t" r="r" b="b"/>
              <a:pathLst>
                <a:path w="101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1" y="23"/>
                    <a:pt x="101" y="51"/>
                  </a:cubicBezTo>
                  <a:lnTo>
                    <a:pt x="101" y="188"/>
                  </a:lnTo>
                  <a:cubicBezTo>
                    <a:pt x="101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6">
              <a:extLst>
                <a:ext uri="{FF2B5EF4-FFF2-40B4-BE49-F238E27FC236}">
                  <a16:creationId xmlns:a16="http://schemas.microsoft.com/office/drawing/2014/main" id="{119AB780-933C-1253-CFAA-F717EFB4349B}"/>
                </a:ext>
              </a:extLst>
            </p:cNvPr>
            <p:cNvSpPr/>
            <p:nvPr/>
          </p:nvSpPr>
          <p:spPr>
            <a:xfrm>
              <a:off x="3192120" y="2594880"/>
              <a:ext cx="36720" cy="86040"/>
            </a:xfrm>
            <a:custGeom>
              <a:avLst/>
              <a:gdLst/>
              <a:ahLst/>
              <a:cxnLst/>
              <a:rect l="l" t="t" r="r" b="b"/>
              <a:pathLst>
                <a:path w="102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2" y="23"/>
                    <a:pt x="102" y="51"/>
                  </a:cubicBezTo>
                  <a:lnTo>
                    <a:pt x="102" y="188"/>
                  </a:lnTo>
                  <a:cubicBezTo>
                    <a:pt x="102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6">
              <a:extLst>
                <a:ext uri="{FF2B5EF4-FFF2-40B4-BE49-F238E27FC236}">
                  <a16:creationId xmlns:a16="http://schemas.microsoft.com/office/drawing/2014/main" id="{C7CA292F-FED0-249D-4CB6-94D5F49C9E0A}"/>
                </a:ext>
              </a:extLst>
            </p:cNvPr>
            <p:cNvSpPr/>
            <p:nvPr/>
          </p:nvSpPr>
          <p:spPr>
            <a:xfrm>
              <a:off x="2743920" y="2413800"/>
              <a:ext cx="506520" cy="216720"/>
            </a:xfrm>
            <a:custGeom>
              <a:avLst/>
              <a:gdLst/>
              <a:ahLst/>
              <a:cxnLst/>
              <a:rect l="l" t="t" r="r" b="b"/>
              <a:pathLst>
                <a:path w="1407" h="602" extrusionOk="0">
                  <a:moveTo>
                    <a:pt x="1357" y="602"/>
                  </a:moveTo>
                  <a:lnTo>
                    <a:pt x="50" y="602"/>
                  </a:lnTo>
                  <a:cubicBezTo>
                    <a:pt x="22" y="602"/>
                    <a:pt x="0" y="579"/>
                    <a:pt x="0" y="552"/>
                  </a:cubicBezTo>
                  <a:lnTo>
                    <a:pt x="0" y="0"/>
                  </a:lnTo>
                  <a:lnTo>
                    <a:pt x="1407" y="0"/>
                  </a:lnTo>
                  <a:lnTo>
                    <a:pt x="1407" y="552"/>
                  </a:lnTo>
                  <a:cubicBezTo>
                    <a:pt x="1407" y="579"/>
                    <a:pt x="1385" y="602"/>
                    <a:pt x="1357" y="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622D5C11-E125-B68E-F3BF-71483047F771}"/>
                </a:ext>
              </a:extLst>
            </p:cNvPr>
            <p:cNvSpPr/>
            <p:nvPr/>
          </p:nvSpPr>
          <p:spPr>
            <a:xfrm>
              <a:off x="2743920" y="236520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407" y="135"/>
                  </a:moveTo>
                  <a:lnTo>
                    <a:pt x="0" y="135"/>
                  </a:lnTo>
                  <a:lnTo>
                    <a:pt x="0" y="44"/>
                  </a:lnTo>
                  <a:cubicBezTo>
                    <a:pt x="0" y="20"/>
                    <a:pt x="20" y="0"/>
                    <a:pt x="44" y="0"/>
                  </a:cubicBezTo>
                  <a:lnTo>
                    <a:pt x="1363" y="0"/>
                  </a:lnTo>
                  <a:cubicBezTo>
                    <a:pt x="1387" y="0"/>
                    <a:pt x="1407" y="20"/>
                    <a:pt x="1407" y="44"/>
                  </a:cubicBezTo>
                  <a:lnTo>
                    <a:pt x="1407" y="1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118BDD72-0E0B-16F3-502C-643D12119CB6}"/>
                </a:ext>
              </a:extLst>
            </p:cNvPr>
            <p:cNvSpPr/>
            <p:nvPr/>
          </p:nvSpPr>
          <p:spPr>
            <a:xfrm>
              <a:off x="2757240" y="2316960"/>
              <a:ext cx="478800" cy="48240"/>
            </a:xfrm>
            <a:custGeom>
              <a:avLst/>
              <a:gdLst/>
              <a:ahLst/>
              <a:cxnLst/>
              <a:rect l="l" t="t" r="r" b="b"/>
              <a:pathLst>
                <a:path w="1330" h="134" extrusionOk="0">
                  <a:moveTo>
                    <a:pt x="1330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330" y="0"/>
                  </a:lnTo>
                  <a:lnTo>
                    <a:pt x="1330" y="1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4E7CDE82-82A9-59C2-EAD1-2B0EB1959C4A}"/>
                </a:ext>
              </a:extLst>
            </p:cNvPr>
            <p:cNvSpPr/>
            <p:nvPr/>
          </p:nvSpPr>
          <p:spPr>
            <a:xfrm>
              <a:off x="2743920" y="226836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365" y="135"/>
                  </a:moveTo>
                  <a:lnTo>
                    <a:pt x="42" y="135"/>
                  </a:lnTo>
                  <a:cubicBezTo>
                    <a:pt x="19" y="135"/>
                    <a:pt x="0" y="116"/>
                    <a:pt x="0" y="93"/>
                  </a:cubicBezTo>
                  <a:lnTo>
                    <a:pt x="0" y="42"/>
                  </a:lnTo>
                  <a:cubicBezTo>
                    <a:pt x="0" y="19"/>
                    <a:pt x="19" y="0"/>
                    <a:pt x="42" y="0"/>
                  </a:cubicBezTo>
                  <a:lnTo>
                    <a:pt x="1365" y="0"/>
                  </a:lnTo>
                  <a:cubicBezTo>
                    <a:pt x="1388" y="0"/>
                    <a:pt x="1407" y="19"/>
                    <a:pt x="1407" y="42"/>
                  </a:cubicBezTo>
                  <a:lnTo>
                    <a:pt x="1407" y="93"/>
                  </a:lnTo>
                  <a:cubicBezTo>
                    <a:pt x="1407" y="116"/>
                    <a:pt x="1388" y="135"/>
                    <a:pt x="1365" y="1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09544436-B4A1-6155-E8B4-7CC258BE0B67}"/>
                </a:ext>
              </a:extLst>
            </p:cNvPr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446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446" y="0"/>
                  </a:lnTo>
                  <a:lnTo>
                    <a:pt x="446" y="2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2E646BF6-7870-269D-85D8-3E4E6FE7A4CA}"/>
                </a:ext>
              </a:extLst>
            </p:cNvPr>
            <p:cNvSpPr/>
            <p:nvPr/>
          </p:nvSpPr>
          <p:spPr>
            <a:xfrm>
              <a:off x="2939760" y="2474280"/>
              <a:ext cx="116280" cy="47520"/>
            </a:xfrm>
            <a:custGeom>
              <a:avLst/>
              <a:gdLst/>
              <a:ahLst/>
              <a:cxnLst/>
              <a:rect l="l" t="t" r="r" b="b"/>
              <a:pathLst>
                <a:path w="323" h="132" extrusionOk="0">
                  <a:moveTo>
                    <a:pt x="323" y="132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323" y="0"/>
                  </a:lnTo>
                  <a:lnTo>
                    <a:pt x="323" y="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500" rIns="90000" bIns="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8FA7E0F7-E998-D7FD-51AB-871D6F970C9A}"/>
                </a:ext>
              </a:extLst>
            </p:cNvPr>
            <p:cNvSpPr/>
            <p:nvPr/>
          </p:nvSpPr>
          <p:spPr>
            <a:xfrm>
              <a:off x="2939760" y="2316960"/>
              <a:ext cx="116640" cy="48240"/>
            </a:xfrm>
            <a:custGeom>
              <a:avLst/>
              <a:gdLst/>
              <a:ahLst/>
              <a:cxnLst/>
              <a:rect l="l" t="t" r="r" b="b"/>
              <a:pathLst>
                <a:path w="324" h="134" extrusionOk="0">
                  <a:moveTo>
                    <a:pt x="324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324" y="0"/>
                  </a:lnTo>
                  <a:lnTo>
                    <a:pt x="324" y="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B7F16682-9F9D-55DD-7333-4E0C7E6775A1}"/>
                </a:ext>
              </a:extLst>
            </p:cNvPr>
            <p:cNvSpPr/>
            <p:nvPr/>
          </p:nvSpPr>
          <p:spPr>
            <a:xfrm>
              <a:off x="2980440" y="2323800"/>
              <a:ext cx="34920" cy="34560"/>
            </a:xfrm>
            <a:custGeom>
              <a:avLst/>
              <a:gdLst/>
              <a:ahLst/>
              <a:cxnLst/>
              <a:rect l="l" t="t" r="r" b="b"/>
              <a:pathLst>
                <a:path w="97" h="96" extrusionOk="0">
                  <a:moveTo>
                    <a:pt x="97" y="48"/>
                  </a:moveTo>
                  <a:cubicBezTo>
                    <a:pt x="97" y="75"/>
                    <a:pt x="75" y="96"/>
                    <a:pt x="49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5" y="0"/>
                    <a:pt x="97" y="22"/>
                    <a:pt x="9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4AED6981-91A6-EF03-62F1-9A5D0046FFB6}"/>
                </a:ext>
              </a:extLst>
            </p:cNvPr>
            <p:cNvSpPr/>
            <p:nvPr/>
          </p:nvSpPr>
          <p:spPr>
            <a:xfrm>
              <a:off x="2757240" y="2316960"/>
              <a:ext cx="478800" cy="24120"/>
            </a:xfrm>
            <a:custGeom>
              <a:avLst/>
              <a:gdLst/>
              <a:ahLst/>
              <a:cxnLst/>
              <a:rect l="l" t="t" r="r" b="b"/>
              <a:pathLst>
                <a:path w="1330" h="67" extrusionOk="0">
                  <a:moveTo>
                    <a:pt x="1328" y="0"/>
                  </a:moveTo>
                  <a:lnTo>
                    <a:pt x="1330" y="19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9099DF45-63DB-FC36-BE9F-A6AB2243A33F}"/>
                </a:ext>
              </a:extLst>
            </p:cNvPr>
            <p:cNvSpPr/>
            <p:nvPr/>
          </p:nvSpPr>
          <p:spPr>
            <a:xfrm>
              <a:off x="2974320" y="2481840"/>
              <a:ext cx="68760" cy="30960"/>
            </a:xfrm>
            <a:custGeom>
              <a:avLst/>
              <a:gdLst/>
              <a:ahLst/>
              <a:cxnLst/>
              <a:rect l="l" t="t" r="r" b="b"/>
              <a:pathLst>
                <a:path w="191" h="86" extrusionOk="0">
                  <a:moveTo>
                    <a:pt x="191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561701B9-F656-8566-909A-6198C33CA58E}"/>
                </a:ext>
              </a:extLst>
            </p:cNvPr>
            <p:cNvSpPr/>
            <p:nvPr/>
          </p:nvSpPr>
          <p:spPr>
            <a:xfrm>
              <a:off x="2743920" y="2413800"/>
              <a:ext cx="506520" cy="24120"/>
            </a:xfrm>
            <a:custGeom>
              <a:avLst/>
              <a:gdLst/>
              <a:ahLst/>
              <a:cxnLst/>
              <a:rect l="l" t="t" r="r" b="b"/>
              <a:pathLst>
                <a:path w="1407" h="67" extrusionOk="0">
                  <a:moveTo>
                    <a:pt x="1407" y="0"/>
                  </a:moveTo>
                  <a:lnTo>
                    <a:pt x="1407" y="25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F8B93E08-173F-023C-BD3F-377F558E4E71}"/>
                </a:ext>
              </a:extLst>
            </p:cNvPr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0" y="0"/>
                  </a:moveTo>
                  <a:lnTo>
                    <a:pt x="446" y="204"/>
                  </a:lnTo>
                  <a:lnTo>
                    <a:pt x="4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F7273726-E881-650A-9FE9-3B5FA4F5C5F7}"/>
                </a:ext>
              </a:extLst>
            </p:cNvPr>
            <p:cNvSpPr/>
            <p:nvPr/>
          </p:nvSpPr>
          <p:spPr>
            <a:xfrm>
              <a:off x="2990520" y="233388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0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EFEBD817-B3B6-F500-69EA-4B244D20BC53}"/>
                </a:ext>
              </a:extLst>
            </p:cNvPr>
            <p:cNvSpPr/>
            <p:nvPr/>
          </p:nvSpPr>
          <p:spPr>
            <a:xfrm>
              <a:off x="2951280" y="249804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1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10" y="41"/>
                    <a:pt x="0" y="32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2" y="0"/>
                    <a:pt x="41" y="9"/>
                    <a:pt x="41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Google Shape;329;p32">
            <a:extLst>
              <a:ext uri="{FF2B5EF4-FFF2-40B4-BE49-F238E27FC236}">
                <a16:creationId xmlns:a16="http://schemas.microsoft.com/office/drawing/2014/main" id="{9474914E-338C-28A4-D4AF-730479413B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2526" y="955975"/>
            <a:ext cx="5687469" cy="12795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Discuss workforce concerns, which include job displacement and growing requirements for advanced skillsets.</a:t>
            </a:r>
          </a:p>
        </p:txBody>
      </p:sp>
      <p:sp>
        <p:nvSpPr>
          <p:cNvPr id="2" name="Google Shape;330;p32">
            <a:extLst>
              <a:ext uri="{FF2B5EF4-FFF2-40B4-BE49-F238E27FC236}">
                <a16:creationId xmlns:a16="http://schemas.microsoft.com/office/drawing/2014/main" id="{921CC3A9-EB3E-04C9-8114-A7E35734C3B3}"/>
              </a:ext>
            </a:extLst>
          </p:cNvPr>
          <p:cNvSpPr txBox="1">
            <a:spLocks/>
          </p:cNvSpPr>
          <p:nvPr/>
        </p:nvSpPr>
        <p:spPr>
          <a:xfrm>
            <a:off x="3684899" y="2331895"/>
            <a:ext cx="5003817" cy="1855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 err="1"/>
              <a:t>Cobots</a:t>
            </a:r>
            <a:r>
              <a:rPr lang="en-US" dirty="0"/>
              <a:t> take over repetitive tasks, but workers fear job displacement.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Workers feel unprepared to collaborate with </a:t>
            </a:r>
            <a:r>
              <a:rPr lang="en-US" dirty="0" err="1"/>
              <a:t>cobots</a:t>
            </a:r>
            <a:r>
              <a:rPr lang="en-US" dirty="0"/>
              <a:t> due to a lack of advanced skills.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A skills gap exists, requiring training programs to prepare the workforce for future technology.</a:t>
            </a:r>
          </a:p>
        </p:txBody>
      </p:sp>
    </p:spTree>
    <p:extLst>
      <p:ext uri="{BB962C8B-B14F-4D97-AF65-F5344CB8AC3E}">
        <p14:creationId xmlns:p14="http://schemas.microsoft.com/office/powerpoint/2010/main" val="157818720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B54288BA-6E81-AF7A-34FB-E00678E5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>
            <a:extLst>
              <a:ext uri="{FF2B5EF4-FFF2-40B4-BE49-F238E27FC236}">
                <a16:creationId xmlns:a16="http://schemas.microsoft.com/office/drawing/2014/main" id="{4437ADCC-4A73-93E0-CA11-AC22E0ECEC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2590167"/>
            <a:ext cx="4285561" cy="1141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What ethical considerations must be taken into account?</a:t>
            </a:r>
            <a:endParaRPr sz="3200" dirty="0"/>
          </a:p>
        </p:txBody>
      </p:sp>
      <p:sp>
        <p:nvSpPr>
          <p:cNvPr id="322" name="Google Shape;322;p31">
            <a:extLst>
              <a:ext uri="{FF2B5EF4-FFF2-40B4-BE49-F238E27FC236}">
                <a16:creationId xmlns:a16="http://schemas.microsoft.com/office/drawing/2014/main" id="{612BF873-005B-2C96-A939-B9C928767C5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32588" y="787350"/>
            <a:ext cx="12231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324" name="Google Shape;324;p31">
            <a:extLst>
              <a:ext uri="{FF2B5EF4-FFF2-40B4-BE49-F238E27FC236}">
                <a16:creationId xmlns:a16="http://schemas.microsoft.com/office/drawing/2014/main" id="{51015F23-397E-4DCF-E17E-0EBF5804354E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812" t="4001" r="2794" b="11410"/>
          <a:stretch/>
        </p:blipFill>
        <p:spPr>
          <a:xfrm>
            <a:off x="979750" y="787350"/>
            <a:ext cx="2937601" cy="394392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03AE8A1-6DE2-D620-F293-4B87F2B9D7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018115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8CECF02E-CE60-B76F-1FFC-83E0DF6F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7">
            <a:extLst>
              <a:ext uri="{FF2B5EF4-FFF2-40B4-BE49-F238E27FC236}">
                <a16:creationId xmlns:a16="http://schemas.microsoft.com/office/drawing/2014/main" id="{24AE8D24-82BC-C44E-AB4A-B73CA9494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0203" y="752265"/>
            <a:ext cx="7663593" cy="12652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Considering data breaching concerns, mainly due to the integration of AI in </a:t>
            </a:r>
            <a:r>
              <a:rPr lang="en-US" sz="2800" dirty="0" err="1"/>
              <a:t>cobots</a:t>
            </a:r>
            <a:r>
              <a:rPr lang="en-US" sz="2800" dirty="0"/>
              <a:t>.</a:t>
            </a:r>
          </a:p>
        </p:txBody>
      </p:sp>
      <p:grpSp>
        <p:nvGrpSpPr>
          <p:cNvPr id="860" name="Google Shape;860;p47">
            <a:extLst>
              <a:ext uri="{FF2B5EF4-FFF2-40B4-BE49-F238E27FC236}">
                <a16:creationId xmlns:a16="http://schemas.microsoft.com/office/drawing/2014/main" id="{EC78EF92-F9E4-2EDC-7B04-C05877653399}"/>
              </a:ext>
            </a:extLst>
          </p:cNvPr>
          <p:cNvGrpSpPr/>
          <p:nvPr/>
        </p:nvGrpSpPr>
        <p:grpSpPr>
          <a:xfrm>
            <a:off x="1107976" y="2512134"/>
            <a:ext cx="1227599" cy="2126725"/>
            <a:chOff x="4170600" y="338040"/>
            <a:chExt cx="549720" cy="1017720"/>
          </a:xfrm>
        </p:grpSpPr>
        <p:sp>
          <p:nvSpPr>
            <p:cNvPr id="861" name="Google Shape;861;p47">
              <a:extLst>
                <a:ext uri="{FF2B5EF4-FFF2-40B4-BE49-F238E27FC236}">
                  <a16:creationId xmlns:a16="http://schemas.microsoft.com/office/drawing/2014/main" id="{3E975548-C4C8-D5B4-B61E-07350186549E}"/>
                </a:ext>
              </a:extLst>
            </p:cNvPr>
            <p:cNvSpPr/>
            <p:nvPr/>
          </p:nvSpPr>
          <p:spPr>
            <a:xfrm>
              <a:off x="4631760" y="358560"/>
              <a:ext cx="88560" cy="87840"/>
            </a:xfrm>
            <a:custGeom>
              <a:avLst/>
              <a:gdLst/>
              <a:ahLst/>
              <a:cxnLst/>
              <a:rect l="l" t="t" r="r" b="b"/>
              <a:pathLst>
                <a:path w="246" h="244" extrusionOk="0">
                  <a:moveTo>
                    <a:pt x="0" y="122"/>
                  </a:moveTo>
                  <a:cubicBezTo>
                    <a:pt x="0" y="190"/>
                    <a:pt x="55" y="244"/>
                    <a:pt x="123" y="244"/>
                  </a:cubicBezTo>
                  <a:cubicBezTo>
                    <a:pt x="191" y="244"/>
                    <a:pt x="246" y="190"/>
                    <a:pt x="246" y="122"/>
                  </a:cubicBezTo>
                  <a:cubicBezTo>
                    <a:pt x="246" y="55"/>
                    <a:pt x="191" y="0"/>
                    <a:pt x="123" y="0"/>
                  </a:cubicBezTo>
                  <a:cubicBezTo>
                    <a:pt x="55" y="0"/>
                    <a:pt x="0" y="55"/>
                    <a:pt x="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7">
              <a:extLst>
                <a:ext uri="{FF2B5EF4-FFF2-40B4-BE49-F238E27FC236}">
                  <a16:creationId xmlns:a16="http://schemas.microsoft.com/office/drawing/2014/main" id="{0A76B1FB-A5C0-8D84-867B-CC34333500E8}"/>
                </a:ext>
              </a:extLst>
            </p:cNvPr>
            <p:cNvSpPr/>
            <p:nvPr/>
          </p:nvSpPr>
          <p:spPr>
            <a:xfrm>
              <a:off x="4432320" y="338040"/>
              <a:ext cx="176400" cy="176400"/>
            </a:xfrm>
            <a:custGeom>
              <a:avLst/>
              <a:gdLst/>
              <a:ahLst/>
              <a:cxnLst/>
              <a:rect l="l" t="t" r="r" b="b"/>
              <a:pathLst>
                <a:path w="490" h="490" extrusionOk="0">
                  <a:moveTo>
                    <a:pt x="94" y="93"/>
                  </a:moveTo>
                  <a:cubicBezTo>
                    <a:pt x="-13" y="200"/>
                    <a:pt x="-31" y="354"/>
                    <a:pt x="53" y="438"/>
                  </a:cubicBezTo>
                  <a:cubicBezTo>
                    <a:pt x="137" y="521"/>
                    <a:pt x="291" y="503"/>
                    <a:pt x="397" y="397"/>
                  </a:cubicBezTo>
                  <a:cubicBezTo>
                    <a:pt x="503" y="290"/>
                    <a:pt x="522" y="136"/>
                    <a:pt x="438" y="53"/>
                  </a:cubicBezTo>
                  <a:cubicBezTo>
                    <a:pt x="354" y="-31"/>
                    <a:pt x="200" y="-13"/>
                    <a:pt x="94" y="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7">
              <a:extLst>
                <a:ext uri="{FF2B5EF4-FFF2-40B4-BE49-F238E27FC236}">
                  <a16:creationId xmlns:a16="http://schemas.microsoft.com/office/drawing/2014/main" id="{1380B392-2DA8-33A5-A0D0-D8C0478CCDC8}"/>
                </a:ext>
              </a:extLst>
            </p:cNvPr>
            <p:cNvSpPr/>
            <p:nvPr/>
          </p:nvSpPr>
          <p:spPr>
            <a:xfrm>
              <a:off x="4289040" y="420480"/>
              <a:ext cx="237240" cy="2376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224" y="660"/>
                  </a:moveTo>
                  <a:lnTo>
                    <a:pt x="354" y="489"/>
                  </a:lnTo>
                  <a:cubicBezTo>
                    <a:pt x="393" y="438"/>
                    <a:pt x="437" y="394"/>
                    <a:pt x="488" y="355"/>
                  </a:cubicBezTo>
                  <a:lnTo>
                    <a:pt x="659" y="225"/>
                  </a:lnTo>
                  <a:lnTo>
                    <a:pt x="547" y="113"/>
                  </a:lnTo>
                  <a:lnTo>
                    <a:pt x="434" y="0"/>
                  </a:lnTo>
                  <a:lnTo>
                    <a:pt x="303" y="173"/>
                  </a:lnTo>
                  <a:cubicBezTo>
                    <a:pt x="266" y="222"/>
                    <a:pt x="221" y="267"/>
                    <a:pt x="172" y="304"/>
                  </a:cubicBezTo>
                  <a:lnTo>
                    <a:pt x="0" y="435"/>
                  </a:lnTo>
                  <a:lnTo>
                    <a:pt x="112" y="548"/>
                  </a:lnTo>
                  <a:lnTo>
                    <a:pt x="224" y="6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7">
              <a:extLst>
                <a:ext uri="{FF2B5EF4-FFF2-40B4-BE49-F238E27FC236}">
                  <a16:creationId xmlns:a16="http://schemas.microsoft.com/office/drawing/2014/main" id="{0496769F-8CDD-7677-C33C-4138FF457512}"/>
                </a:ext>
              </a:extLst>
            </p:cNvPr>
            <p:cNvSpPr/>
            <p:nvPr/>
          </p:nvSpPr>
          <p:spPr>
            <a:xfrm>
              <a:off x="4582800" y="358560"/>
              <a:ext cx="93240" cy="87840"/>
            </a:xfrm>
            <a:custGeom>
              <a:avLst/>
              <a:gdLst/>
              <a:ahLst/>
              <a:cxnLst/>
              <a:rect l="l" t="t" r="r" b="b"/>
              <a:pathLst>
                <a:path w="259" h="244" extrusionOk="0">
                  <a:moveTo>
                    <a:pt x="0" y="244"/>
                  </a:moveTo>
                  <a:lnTo>
                    <a:pt x="259" y="244"/>
                  </a:lnTo>
                  <a:lnTo>
                    <a:pt x="259" y="0"/>
                  </a:lnTo>
                  <a:lnTo>
                    <a:pt x="0" y="0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7">
              <a:extLst>
                <a:ext uri="{FF2B5EF4-FFF2-40B4-BE49-F238E27FC236}">
                  <a16:creationId xmlns:a16="http://schemas.microsoft.com/office/drawing/2014/main" id="{DD67C700-EDDB-BB9E-8851-F00B9CA297BB}"/>
                </a:ext>
              </a:extLst>
            </p:cNvPr>
            <p:cNvSpPr/>
            <p:nvPr/>
          </p:nvSpPr>
          <p:spPr>
            <a:xfrm>
              <a:off x="4324320" y="384480"/>
              <a:ext cx="351720" cy="252720"/>
            </a:xfrm>
            <a:custGeom>
              <a:avLst/>
              <a:gdLst/>
              <a:ahLst/>
              <a:cxnLst/>
              <a:rect l="l" t="t" r="r" b="b"/>
              <a:pathLst>
                <a:path w="977" h="702" extrusionOk="0">
                  <a:moveTo>
                    <a:pt x="754" y="0"/>
                  </a:moveTo>
                  <a:cubicBezTo>
                    <a:pt x="754" y="0"/>
                    <a:pt x="741" y="137"/>
                    <a:pt x="682" y="189"/>
                  </a:cubicBezTo>
                  <a:cubicBezTo>
                    <a:pt x="618" y="245"/>
                    <a:pt x="541" y="270"/>
                    <a:pt x="458" y="270"/>
                  </a:cubicBezTo>
                  <a:cubicBezTo>
                    <a:pt x="416" y="270"/>
                    <a:pt x="344" y="233"/>
                    <a:pt x="344" y="233"/>
                  </a:cubicBezTo>
                  <a:lnTo>
                    <a:pt x="424" y="306"/>
                  </a:lnTo>
                  <a:cubicBezTo>
                    <a:pt x="443" y="324"/>
                    <a:pt x="442" y="353"/>
                    <a:pt x="423" y="371"/>
                  </a:cubicBezTo>
                  <a:lnTo>
                    <a:pt x="194" y="577"/>
                  </a:lnTo>
                  <a:cubicBezTo>
                    <a:pt x="194" y="577"/>
                    <a:pt x="98" y="456"/>
                    <a:pt x="9" y="473"/>
                  </a:cubicBezTo>
                  <a:cubicBezTo>
                    <a:pt x="-49" y="484"/>
                    <a:pt x="193" y="702"/>
                    <a:pt x="193" y="702"/>
                  </a:cubicBezTo>
                  <a:cubicBezTo>
                    <a:pt x="193" y="692"/>
                    <a:pt x="193" y="683"/>
                    <a:pt x="192" y="674"/>
                  </a:cubicBezTo>
                  <a:lnTo>
                    <a:pt x="256" y="589"/>
                  </a:lnTo>
                  <a:cubicBezTo>
                    <a:pt x="295" y="538"/>
                    <a:pt x="340" y="494"/>
                    <a:pt x="390" y="455"/>
                  </a:cubicBezTo>
                  <a:lnTo>
                    <a:pt x="516" y="360"/>
                  </a:lnTo>
                  <a:cubicBezTo>
                    <a:pt x="578" y="352"/>
                    <a:pt x="644" y="321"/>
                    <a:pt x="697" y="268"/>
                  </a:cubicBezTo>
                  <a:cubicBezTo>
                    <a:pt x="726" y="239"/>
                    <a:pt x="748" y="206"/>
                    <a:pt x="764" y="172"/>
                  </a:cubicBezTo>
                  <a:lnTo>
                    <a:pt x="977" y="172"/>
                  </a:lnTo>
                  <a:lnTo>
                    <a:pt x="977" y="116"/>
                  </a:lnTo>
                  <a:lnTo>
                    <a:pt x="787" y="116"/>
                  </a:lnTo>
                  <a:cubicBezTo>
                    <a:pt x="774" y="116"/>
                    <a:pt x="763" y="106"/>
                    <a:pt x="762" y="93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7">
              <a:extLst>
                <a:ext uri="{FF2B5EF4-FFF2-40B4-BE49-F238E27FC236}">
                  <a16:creationId xmlns:a16="http://schemas.microsoft.com/office/drawing/2014/main" id="{2FE26F30-B986-CE3D-344F-F9588D10C0B5}"/>
                </a:ext>
              </a:extLst>
            </p:cNvPr>
            <p:cNvSpPr/>
            <p:nvPr/>
          </p:nvSpPr>
          <p:spPr>
            <a:xfrm>
              <a:off x="4170600" y="552600"/>
              <a:ext cx="223200" cy="223560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118" y="119"/>
                  </a:moveTo>
                  <a:cubicBezTo>
                    <a:pt x="-17" y="254"/>
                    <a:pt x="-40" y="449"/>
                    <a:pt x="66" y="555"/>
                  </a:cubicBezTo>
                  <a:cubicBezTo>
                    <a:pt x="173" y="661"/>
                    <a:pt x="368" y="638"/>
                    <a:pt x="502" y="503"/>
                  </a:cubicBezTo>
                  <a:cubicBezTo>
                    <a:pt x="637" y="369"/>
                    <a:pt x="660" y="174"/>
                    <a:pt x="554" y="67"/>
                  </a:cubicBezTo>
                  <a:cubicBezTo>
                    <a:pt x="448" y="-39"/>
                    <a:pt x="253" y="-16"/>
                    <a:pt x="11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7">
              <a:extLst>
                <a:ext uri="{FF2B5EF4-FFF2-40B4-BE49-F238E27FC236}">
                  <a16:creationId xmlns:a16="http://schemas.microsoft.com/office/drawing/2014/main" id="{7CBA9D8D-2C96-557E-16D2-48F34F335820}"/>
                </a:ext>
              </a:extLst>
            </p:cNvPr>
            <p:cNvSpPr/>
            <p:nvPr/>
          </p:nvSpPr>
          <p:spPr>
            <a:xfrm>
              <a:off x="4400280" y="788760"/>
              <a:ext cx="195480" cy="225720"/>
            </a:xfrm>
            <a:custGeom>
              <a:avLst/>
              <a:gdLst/>
              <a:ahLst/>
              <a:cxnLst/>
              <a:rect l="l" t="t" r="r" b="b"/>
              <a:pathLst>
                <a:path w="543" h="627" extrusionOk="0">
                  <a:moveTo>
                    <a:pt x="0" y="314"/>
                  </a:moveTo>
                  <a:cubicBezTo>
                    <a:pt x="0" y="487"/>
                    <a:pt x="121" y="627"/>
                    <a:pt x="271" y="627"/>
                  </a:cubicBezTo>
                  <a:cubicBezTo>
                    <a:pt x="421" y="627"/>
                    <a:pt x="543" y="487"/>
                    <a:pt x="543" y="314"/>
                  </a:cubicBezTo>
                  <a:cubicBezTo>
                    <a:pt x="543" y="141"/>
                    <a:pt x="421" y="0"/>
                    <a:pt x="271" y="0"/>
                  </a:cubicBezTo>
                  <a:cubicBezTo>
                    <a:pt x="121" y="0"/>
                    <a:pt x="0" y="141"/>
                    <a:pt x="0" y="3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7">
              <a:extLst>
                <a:ext uri="{FF2B5EF4-FFF2-40B4-BE49-F238E27FC236}">
                  <a16:creationId xmlns:a16="http://schemas.microsoft.com/office/drawing/2014/main" id="{84781A92-F73B-6A12-1396-D9F4F5A68680}"/>
                </a:ext>
              </a:extLst>
            </p:cNvPr>
            <p:cNvSpPr/>
            <p:nvPr/>
          </p:nvSpPr>
          <p:spPr>
            <a:xfrm>
              <a:off x="4412520" y="956880"/>
              <a:ext cx="170640" cy="140400"/>
            </a:xfrm>
            <a:custGeom>
              <a:avLst/>
              <a:gdLst/>
              <a:ahLst/>
              <a:cxnLst/>
              <a:rect l="l" t="t" r="r" b="b"/>
              <a:pathLst>
                <a:path w="474" h="390" extrusionOk="0">
                  <a:moveTo>
                    <a:pt x="0" y="390"/>
                  </a:moveTo>
                  <a:lnTo>
                    <a:pt x="474" y="390"/>
                  </a:lnTo>
                  <a:lnTo>
                    <a:pt x="474" y="0"/>
                  </a:lnTo>
                  <a:lnTo>
                    <a:pt x="0" y="0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7">
              <a:extLst>
                <a:ext uri="{FF2B5EF4-FFF2-40B4-BE49-F238E27FC236}">
                  <a16:creationId xmlns:a16="http://schemas.microsoft.com/office/drawing/2014/main" id="{8B45DE2F-6D6E-D5B3-AC51-6E786B81DC7D}"/>
                </a:ext>
              </a:extLst>
            </p:cNvPr>
            <p:cNvSpPr/>
            <p:nvPr/>
          </p:nvSpPr>
          <p:spPr>
            <a:xfrm>
              <a:off x="4267080" y="655560"/>
              <a:ext cx="266400" cy="266400"/>
            </a:xfrm>
            <a:custGeom>
              <a:avLst/>
              <a:gdLst/>
              <a:ahLst/>
              <a:cxnLst/>
              <a:rect l="l" t="t" r="r" b="b"/>
              <a:pathLst>
                <a:path w="740" h="740" extrusionOk="0">
                  <a:moveTo>
                    <a:pt x="434" y="740"/>
                  </a:moveTo>
                  <a:lnTo>
                    <a:pt x="587" y="588"/>
                  </a:lnTo>
                  <a:lnTo>
                    <a:pt x="740" y="435"/>
                  </a:lnTo>
                  <a:lnTo>
                    <a:pt x="568" y="337"/>
                  </a:lnTo>
                  <a:cubicBezTo>
                    <a:pt x="500" y="297"/>
                    <a:pt x="442" y="240"/>
                    <a:pt x="403" y="171"/>
                  </a:cubicBezTo>
                  <a:lnTo>
                    <a:pt x="305" y="0"/>
                  </a:lnTo>
                  <a:lnTo>
                    <a:pt x="152" y="153"/>
                  </a:lnTo>
                  <a:lnTo>
                    <a:pt x="0" y="306"/>
                  </a:lnTo>
                  <a:lnTo>
                    <a:pt x="171" y="404"/>
                  </a:lnTo>
                  <a:cubicBezTo>
                    <a:pt x="240" y="443"/>
                    <a:pt x="297" y="500"/>
                    <a:pt x="336" y="569"/>
                  </a:cubicBezTo>
                  <a:lnTo>
                    <a:pt x="434" y="7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7">
              <a:extLst>
                <a:ext uri="{FF2B5EF4-FFF2-40B4-BE49-F238E27FC236}">
                  <a16:creationId xmlns:a16="http://schemas.microsoft.com/office/drawing/2014/main" id="{91F226AE-DE8D-4C03-0C0E-7536013DC549}"/>
                </a:ext>
              </a:extLst>
            </p:cNvPr>
            <p:cNvSpPr/>
            <p:nvPr/>
          </p:nvSpPr>
          <p:spPr>
            <a:xfrm>
              <a:off x="4170600" y="620640"/>
              <a:ext cx="412560" cy="476640"/>
            </a:xfrm>
            <a:custGeom>
              <a:avLst/>
              <a:gdLst/>
              <a:ahLst/>
              <a:cxnLst/>
              <a:rect l="l" t="t" r="r" b="b"/>
              <a:pathLst>
                <a:path w="1146" h="1324" extrusionOk="0">
                  <a:moveTo>
                    <a:pt x="909" y="1107"/>
                  </a:moveTo>
                  <a:cubicBezTo>
                    <a:pt x="1092" y="1085"/>
                    <a:pt x="1127" y="960"/>
                    <a:pt x="1127" y="960"/>
                  </a:cubicBezTo>
                  <a:cubicBezTo>
                    <a:pt x="1127" y="960"/>
                    <a:pt x="1026" y="1110"/>
                    <a:pt x="852" y="1041"/>
                  </a:cubicBezTo>
                  <a:cubicBezTo>
                    <a:pt x="767" y="1007"/>
                    <a:pt x="718" y="918"/>
                    <a:pt x="702" y="837"/>
                  </a:cubicBezTo>
                  <a:cubicBezTo>
                    <a:pt x="692" y="787"/>
                    <a:pt x="709" y="696"/>
                    <a:pt x="750" y="633"/>
                  </a:cubicBezTo>
                  <a:cubicBezTo>
                    <a:pt x="778" y="592"/>
                    <a:pt x="839" y="529"/>
                    <a:pt x="839" y="529"/>
                  </a:cubicBezTo>
                  <a:cubicBezTo>
                    <a:pt x="839" y="529"/>
                    <a:pt x="669" y="620"/>
                    <a:pt x="658" y="603"/>
                  </a:cubicBezTo>
                  <a:cubicBezTo>
                    <a:pt x="648" y="586"/>
                    <a:pt x="438" y="435"/>
                    <a:pt x="431" y="406"/>
                  </a:cubicBezTo>
                  <a:cubicBezTo>
                    <a:pt x="424" y="377"/>
                    <a:pt x="512" y="318"/>
                    <a:pt x="554" y="265"/>
                  </a:cubicBezTo>
                  <a:cubicBezTo>
                    <a:pt x="603" y="204"/>
                    <a:pt x="604" y="151"/>
                    <a:pt x="604" y="151"/>
                  </a:cubicBezTo>
                  <a:cubicBezTo>
                    <a:pt x="604" y="151"/>
                    <a:pt x="534" y="288"/>
                    <a:pt x="377" y="342"/>
                  </a:cubicBezTo>
                  <a:cubicBezTo>
                    <a:pt x="256" y="383"/>
                    <a:pt x="111" y="339"/>
                    <a:pt x="57" y="240"/>
                  </a:cubicBezTo>
                  <a:cubicBezTo>
                    <a:pt x="2" y="140"/>
                    <a:pt x="61" y="5"/>
                    <a:pt x="62" y="0"/>
                  </a:cubicBezTo>
                  <a:cubicBezTo>
                    <a:pt x="61" y="1"/>
                    <a:pt x="61" y="1"/>
                    <a:pt x="60" y="2"/>
                  </a:cubicBezTo>
                  <a:lnTo>
                    <a:pt x="38" y="41"/>
                  </a:lnTo>
                  <a:cubicBezTo>
                    <a:pt x="-20" y="157"/>
                    <a:pt x="-13" y="287"/>
                    <a:pt x="66" y="366"/>
                  </a:cubicBezTo>
                  <a:cubicBezTo>
                    <a:pt x="127" y="426"/>
                    <a:pt x="216" y="445"/>
                    <a:pt x="306" y="425"/>
                  </a:cubicBezTo>
                  <a:lnTo>
                    <a:pt x="439" y="501"/>
                  </a:lnTo>
                  <a:cubicBezTo>
                    <a:pt x="508" y="540"/>
                    <a:pt x="565" y="597"/>
                    <a:pt x="604" y="666"/>
                  </a:cubicBezTo>
                  <a:lnTo>
                    <a:pt x="641" y="731"/>
                  </a:lnTo>
                  <a:cubicBezTo>
                    <a:pt x="639" y="747"/>
                    <a:pt x="638" y="764"/>
                    <a:pt x="638" y="781"/>
                  </a:cubicBezTo>
                  <a:cubicBezTo>
                    <a:pt x="638" y="836"/>
                    <a:pt x="650" y="889"/>
                    <a:pt x="672" y="934"/>
                  </a:cubicBezTo>
                  <a:lnTo>
                    <a:pt x="672" y="1324"/>
                  </a:lnTo>
                  <a:lnTo>
                    <a:pt x="1146" y="1324"/>
                  </a:lnTo>
                  <a:lnTo>
                    <a:pt x="858" y="1285"/>
                  </a:lnTo>
                  <a:cubicBezTo>
                    <a:pt x="804" y="1278"/>
                    <a:pt x="764" y="1232"/>
                    <a:pt x="764" y="1178"/>
                  </a:cubicBezTo>
                  <a:lnTo>
                    <a:pt x="764" y="1072"/>
                  </a:lnTo>
                  <a:cubicBezTo>
                    <a:pt x="764" y="1072"/>
                    <a:pt x="846" y="1115"/>
                    <a:pt x="909" y="1107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7">
              <a:extLst>
                <a:ext uri="{FF2B5EF4-FFF2-40B4-BE49-F238E27FC236}">
                  <a16:creationId xmlns:a16="http://schemas.microsoft.com/office/drawing/2014/main" id="{E612B77C-BE02-4760-C466-9FDD1825E802}"/>
                </a:ext>
              </a:extLst>
            </p:cNvPr>
            <p:cNvSpPr/>
            <p:nvPr/>
          </p:nvSpPr>
          <p:spPr>
            <a:xfrm>
              <a:off x="4367520" y="1097280"/>
              <a:ext cx="266040" cy="258480"/>
            </a:xfrm>
            <a:custGeom>
              <a:avLst/>
              <a:gdLst/>
              <a:ahLst/>
              <a:cxnLst/>
              <a:rect l="l" t="t" r="r" b="b"/>
              <a:pathLst>
                <a:path w="739" h="718" extrusionOk="0">
                  <a:moveTo>
                    <a:pt x="0" y="718"/>
                  </a:moveTo>
                  <a:lnTo>
                    <a:pt x="739" y="718"/>
                  </a:lnTo>
                  <a:lnTo>
                    <a:pt x="739" y="0"/>
                  </a:lnTo>
                  <a:lnTo>
                    <a:pt x="0" y="0"/>
                  </a:lnTo>
                  <a:lnTo>
                    <a:pt x="0" y="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7">
              <a:extLst>
                <a:ext uri="{FF2B5EF4-FFF2-40B4-BE49-F238E27FC236}">
                  <a16:creationId xmlns:a16="http://schemas.microsoft.com/office/drawing/2014/main" id="{5CF29D8C-DA8C-511E-E5A1-51EE7D0C6407}"/>
                </a:ext>
              </a:extLst>
            </p:cNvPr>
            <p:cNvSpPr/>
            <p:nvPr/>
          </p:nvSpPr>
          <p:spPr>
            <a:xfrm>
              <a:off x="4348080" y="109728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47">
              <a:extLst>
                <a:ext uri="{FF2B5EF4-FFF2-40B4-BE49-F238E27FC236}">
                  <a16:creationId xmlns:a16="http://schemas.microsoft.com/office/drawing/2014/main" id="{355B3949-8B79-C719-FBE1-1010DB2A2104}"/>
                </a:ext>
              </a:extLst>
            </p:cNvPr>
            <p:cNvSpPr/>
            <p:nvPr/>
          </p:nvSpPr>
          <p:spPr>
            <a:xfrm>
              <a:off x="4348080" y="132732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7">
              <a:extLst>
                <a:ext uri="{FF2B5EF4-FFF2-40B4-BE49-F238E27FC236}">
                  <a16:creationId xmlns:a16="http://schemas.microsoft.com/office/drawing/2014/main" id="{BC30D793-9E11-34FB-0AB0-3AFF073E4B5B}"/>
                </a:ext>
              </a:extLst>
            </p:cNvPr>
            <p:cNvSpPr/>
            <p:nvPr/>
          </p:nvSpPr>
          <p:spPr>
            <a:xfrm>
              <a:off x="4367520" y="1125720"/>
              <a:ext cx="266040" cy="201600"/>
            </a:xfrm>
            <a:custGeom>
              <a:avLst/>
              <a:gdLst/>
              <a:ahLst/>
              <a:cxnLst/>
              <a:rect l="l" t="t" r="r" b="b"/>
              <a:pathLst>
                <a:path w="739" h="560" extrusionOk="0">
                  <a:moveTo>
                    <a:pt x="739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739" y="560"/>
                  </a:lnTo>
                  <a:lnTo>
                    <a:pt x="213" y="489"/>
                  </a:lnTo>
                  <a:cubicBezTo>
                    <a:pt x="155" y="481"/>
                    <a:pt x="111" y="431"/>
                    <a:pt x="111" y="372"/>
                  </a:cubicBezTo>
                  <a:lnTo>
                    <a:pt x="111" y="191"/>
                  </a:lnTo>
                  <a:cubicBezTo>
                    <a:pt x="111" y="133"/>
                    <a:pt x="154" y="83"/>
                    <a:pt x="212" y="75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330;p32">
            <a:extLst>
              <a:ext uri="{FF2B5EF4-FFF2-40B4-BE49-F238E27FC236}">
                <a16:creationId xmlns:a16="http://schemas.microsoft.com/office/drawing/2014/main" id="{25C673F8-46F1-B8E1-57F5-68542F86B63D}"/>
              </a:ext>
            </a:extLst>
          </p:cNvPr>
          <p:cNvSpPr txBox="1">
            <a:spLocks/>
          </p:cNvSpPr>
          <p:nvPr/>
        </p:nvSpPr>
        <p:spPr>
          <a:xfrm>
            <a:off x="2776932" y="2181056"/>
            <a:ext cx="5881609" cy="2292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 err="1"/>
              <a:t>Cobots</a:t>
            </a:r>
            <a:r>
              <a:rPr lang="en-US" dirty="0"/>
              <a:t> are vulnerable to cyberattacks due to reliance on real-time data from sensors and cameras.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Increased connectivity via cloud and IoT raises privacy concerns and exposes </a:t>
            </a:r>
            <a:r>
              <a:rPr lang="en-US" dirty="0" err="1"/>
              <a:t>cobots</a:t>
            </a:r>
            <a:r>
              <a:rPr lang="en-US" dirty="0"/>
              <a:t> to hacking risks.</a:t>
            </a:r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Strong cybersecurity and GDPR compliance are essential to protect data and ensure safe operation.</a:t>
            </a:r>
          </a:p>
        </p:txBody>
      </p:sp>
    </p:spTree>
    <p:extLst>
      <p:ext uri="{BB962C8B-B14F-4D97-AF65-F5344CB8AC3E}">
        <p14:creationId xmlns:p14="http://schemas.microsoft.com/office/powerpoint/2010/main" val="246366698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8D4F5781-8A55-9734-FB4D-27A95701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7">
            <a:extLst>
              <a:ext uri="{FF2B5EF4-FFF2-40B4-BE49-F238E27FC236}">
                <a16:creationId xmlns:a16="http://schemas.microsoft.com/office/drawing/2014/main" id="{D881E2A2-4F21-65EB-B317-B2DF6921F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938" y="840725"/>
            <a:ext cx="8390124" cy="12652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GB" sz="2400" dirty="0">
                <a:solidFill>
                  <a:srgbClr val="000000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Discuss the balance between technological advancement and societal impacts, including strategies for workforce transitions.</a:t>
            </a:r>
            <a:endParaRPr lang="en-GB" sz="2400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</p:txBody>
      </p:sp>
      <p:sp>
        <p:nvSpPr>
          <p:cNvPr id="2" name="Google Shape;330;p32">
            <a:extLst>
              <a:ext uri="{FF2B5EF4-FFF2-40B4-BE49-F238E27FC236}">
                <a16:creationId xmlns:a16="http://schemas.microsoft.com/office/drawing/2014/main" id="{C47B9E6B-02DB-8A78-71DB-83626C89176C}"/>
              </a:ext>
            </a:extLst>
          </p:cNvPr>
          <p:cNvSpPr txBox="1">
            <a:spLocks/>
          </p:cNvSpPr>
          <p:nvPr/>
        </p:nvSpPr>
        <p:spPr>
          <a:xfrm>
            <a:off x="2765915" y="2281396"/>
            <a:ext cx="5881609" cy="2292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Cobots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improve productivity but may cause job displacement in manual labor sectors.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endParaRPr lang="en-US" dirty="0"/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Ethical strategies, like training workers for new roles, are needed to support workforce transitions.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endParaRPr lang="en-US" dirty="0"/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Clear communication is essential to prevent resentment and ensure successful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cobot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integration.</a:t>
            </a:r>
          </a:p>
        </p:txBody>
      </p:sp>
      <p:grpSp>
        <p:nvGrpSpPr>
          <p:cNvPr id="3" name="Google Shape;761;p47">
            <a:extLst>
              <a:ext uri="{FF2B5EF4-FFF2-40B4-BE49-F238E27FC236}">
                <a16:creationId xmlns:a16="http://schemas.microsoft.com/office/drawing/2014/main" id="{05C5DA93-BF2D-2E78-6AB1-3C7114D504E6}"/>
              </a:ext>
            </a:extLst>
          </p:cNvPr>
          <p:cNvGrpSpPr/>
          <p:nvPr/>
        </p:nvGrpSpPr>
        <p:grpSpPr>
          <a:xfrm>
            <a:off x="914400" y="2376007"/>
            <a:ext cx="1595947" cy="2197939"/>
            <a:chOff x="5513040" y="4355640"/>
            <a:chExt cx="602280" cy="1045440"/>
          </a:xfrm>
        </p:grpSpPr>
        <p:sp>
          <p:nvSpPr>
            <p:cNvPr id="4" name="Google Shape;762;p47">
              <a:extLst>
                <a:ext uri="{FF2B5EF4-FFF2-40B4-BE49-F238E27FC236}">
                  <a16:creationId xmlns:a16="http://schemas.microsoft.com/office/drawing/2014/main" id="{773F0062-DFD9-C70B-1C0B-B02D1B846BFD}"/>
                </a:ext>
              </a:extLst>
            </p:cNvPr>
            <p:cNvSpPr/>
            <p:nvPr/>
          </p:nvSpPr>
          <p:spPr>
            <a:xfrm>
              <a:off x="5513040" y="4389480"/>
              <a:ext cx="602280" cy="960480"/>
            </a:xfrm>
            <a:custGeom>
              <a:avLst/>
              <a:gdLst/>
              <a:ahLst/>
              <a:cxnLst/>
              <a:rect l="l" t="t" r="r" b="b"/>
              <a:pathLst>
                <a:path w="1673" h="2668" extrusionOk="0">
                  <a:moveTo>
                    <a:pt x="1673" y="2668"/>
                  </a:moveTo>
                  <a:lnTo>
                    <a:pt x="0" y="2668"/>
                  </a:lnTo>
                  <a:lnTo>
                    <a:pt x="0" y="0"/>
                  </a:lnTo>
                  <a:lnTo>
                    <a:pt x="1673" y="0"/>
                  </a:lnTo>
                  <a:lnTo>
                    <a:pt x="1673" y="266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763;p47">
              <a:extLst>
                <a:ext uri="{FF2B5EF4-FFF2-40B4-BE49-F238E27FC236}">
                  <a16:creationId xmlns:a16="http://schemas.microsoft.com/office/drawing/2014/main" id="{2FFA18FB-0DE9-20DE-74D6-01494350C2D5}"/>
                </a:ext>
              </a:extLst>
            </p:cNvPr>
            <p:cNvSpPr/>
            <p:nvPr/>
          </p:nvSpPr>
          <p:spPr>
            <a:xfrm>
              <a:off x="594720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764;p47">
              <a:extLst>
                <a:ext uri="{FF2B5EF4-FFF2-40B4-BE49-F238E27FC236}">
                  <a16:creationId xmlns:a16="http://schemas.microsoft.com/office/drawing/2014/main" id="{D53AA928-1463-A018-D9BA-CE3F279DEAA5}"/>
                </a:ext>
              </a:extLst>
            </p:cNvPr>
            <p:cNvSpPr/>
            <p:nvPr/>
          </p:nvSpPr>
          <p:spPr>
            <a:xfrm>
              <a:off x="599652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765;p47">
              <a:extLst>
                <a:ext uri="{FF2B5EF4-FFF2-40B4-BE49-F238E27FC236}">
                  <a16:creationId xmlns:a16="http://schemas.microsoft.com/office/drawing/2014/main" id="{1FFFBE67-3750-A079-1FB1-0268F3CEB228}"/>
                </a:ext>
              </a:extLst>
            </p:cNvPr>
            <p:cNvSpPr/>
            <p:nvPr/>
          </p:nvSpPr>
          <p:spPr>
            <a:xfrm>
              <a:off x="604584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766;p47">
              <a:extLst>
                <a:ext uri="{FF2B5EF4-FFF2-40B4-BE49-F238E27FC236}">
                  <a16:creationId xmlns:a16="http://schemas.microsoft.com/office/drawing/2014/main" id="{C34605E1-8040-E7BF-6B50-4D267E977EFC}"/>
                </a:ext>
              </a:extLst>
            </p:cNvPr>
            <p:cNvSpPr/>
            <p:nvPr/>
          </p:nvSpPr>
          <p:spPr>
            <a:xfrm>
              <a:off x="594720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767;p47">
              <a:extLst>
                <a:ext uri="{FF2B5EF4-FFF2-40B4-BE49-F238E27FC236}">
                  <a16:creationId xmlns:a16="http://schemas.microsoft.com/office/drawing/2014/main" id="{3CE2975C-9114-5392-54E2-CFF6F951524A}"/>
                </a:ext>
              </a:extLst>
            </p:cNvPr>
            <p:cNvSpPr/>
            <p:nvPr/>
          </p:nvSpPr>
          <p:spPr>
            <a:xfrm>
              <a:off x="599652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68;p47">
              <a:extLst>
                <a:ext uri="{FF2B5EF4-FFF2-40B4-BE49-F238E27FC236}">
                  <a16:creationId xmlns:a16="http://schemas.microsoft.com/office/drawing/2014/main" id="{07767FDF-80F6-8440-A508-4D21C2C92EFF}"/>
                </a:ext>
              </a:extLst>
            </p:cNvPr>
            <p:cNvSpPr/>
            <p:nvPr/>
          </p:nvSpPr>
          <p:spPr>
            <a:xfrm>
              <a:off x="604584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69;p47">
              <a:extLst>
                <a:ext uri="{FF2B5EF4-FFF2-40B4-BE49-F238E27FC236}">
                  <a16:creationId xmlns:a16="http://schemas.microsoft.com/office/drawing/2014/main" id="{330720A6-4EE8-FA14-9E58-D6FCF2CB65CE}"/>
                </a:ext>
              </a:extLst>
            </p:cNvPr>
            <p:cNvSpPr/>
            <p:nvPr/>
          </p:nvSpPr>
          <p:spPr>
            <a:xfrm>
              <a:off x="594720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770;p47">
              <a:extLst>
                <a:ext uri="{FF2B5EF4-FFF2-40B4-BE49-F238E27FC236}">
                  <a16:creationId xmlns:a16="http://schemas.microsoft.com/office/drawing/2014/main" id="{9EF19A72-6324-19DA-DB2E-749360B7CA57}"/>
                </a:ext>
              </a:extLst>
            </p:cNvPr>
            <p:cNvSpPr/>
            <p:nvPr/>
          </p:nvSpPr>
          <p:spPr>
            <a:xfrm>
              <a:off x="599652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771;p47">
              <a:extLst>
                <a:ext uri="{FF2B5EF4-FFF2-40B4-BE49-F238E27FC236}">
                  <a16:creationId xmlns:a16="http://schemas.microsoft.com/office/drawing/2014/main" id="{8E1BC029-9606-274E-8712-26D81048EA18}"/>
                </a:ext>
              </a:extLst>
            </p:cNvPr>
            <p:cNvSpPr/>
            <p:nvPr/>
          </p:nvSpPr>
          <p:spPr>
            <a:xfrm>
              <a:off x="604584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72;p47">
              <a:extLst>
                <a:ext uri="{FF2B5EF4-FFF2-40B4-BE49-F238E27FC236}">
                  <a16:creationId xmlns:a16="http://schemas.microsoft.com/office/drawing/2014/main" id="{257D5256-6F79-498D-B7F8-344601504A39}"/>
                </a:ext>
              </a:extLst>
            </p:cNvPr>
            <p:cNvSpPr/>
            <p:nvPr/>
          </p:nvSpPr>
          <p:spPr>
            <a:xfrm>
              <a:off x="594720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73;p47">
              <a:extLst>
                <a:ext uri="{FF2B5EF4-FFF2-40B4-BE49-F238E27FC236}">
                  <a16:creationId xmlns:a16="http://schemas.microsoft.com/office/drawing/2014/main" id="{E36C3750-7D49-6331-BF1F-F2AB0BCF4376}"/>
                </a:ext>
              </a:extLst>
            </p:cNvPr>
            <p:cNvSpPr/>
            <p:nvPr/>
          </p:nvSpPr>
          <p:spPr>
            <a:xfrm>
              <a:off x="599652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74;p47">
              <a:extLst>
                <a:ext uri="{FF2B5EF4-FFF2-40B4-BE49-F238E27FC236}">
                  <a16:creationId xmlns:a16="http://schemas.microsoft.com/office/drawing/2014/main" id="{BA5AA265-2BCA-F72A-24DD-FD86612DA646}"/>
                </a:ext>
              </a:extLst>
            </p:cNvPr>
            <p:cNvSpPr/>
            <p:nvPr/>
          </p:nvSpPr>
          <p:spPr>
            <a:xfrm>
              <a:off x="604584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775;p47">
              <a:extLst>
                <a:ext uri="{FF2B5EF4-FFF2-40B4-BE49-F238E27FC236}">
                  <a16:creationId xmlns:a16="http://schemas.microsoft.com/office/drawing/2014/main" id="{76ADACDF-0C42-157C-44AF-C204399AE32E}"/>
                </a:ext>
              </a:extLst>
            </p:cNvPr>
            <p:cNvSpPr/>
            <p:nvPr/>
          </p:nvSpPr>
          <p:spPr>
            <a:xfrm>
              <a:off x="562824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7" y="178"/>
                    <a:pt x="88" y="178"/>
                  </a:cubicBezTo>
                  <a:cubicBezTo>
                    <a:pt x="39" y="178"/>
                    <a:pt x="0" y="138"/>
                    <a:pt x="0" y="89"/>
                  </a:cubicBezTo>
                  <a:cubicBezTo>
                    <a:pt x="0" y="40"/>
                    <a:pt x="39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776;p47">
              <a:extLst>
                <a:ext uri="{FF2B5EF4-FFF2-40B4-BE49-F238E27FC236}">
                  <a16:creationId xmlns:a16="http://schemas.microsoft.com/office/drawing/2014/main" id="{675B3FBB-4256-EED3-E240-A6C083775187}"/>
                </a:ext>
              </a:extLst>
            </p:cNvPr>
            <p:cNvSpPr/>
            <p:nvPr/>
          </p:nvSpPr>
          <p:spPr>
            <a:xfrm>
              <a:off x="5721120" y="4734360"/>
              <a:ext cx="64080" cy="64080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78" y="89"/>
                  </a:moveTo>
                  <a:cubicBezTo>
                    <a:pt x="178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8" y="40"/>
                    <a:pt x="178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777;p47">
              <a:extLst>
                <a:ext uri="{FF2B5EF4-FFF2-40B4-BE49-F238E27FC236}">
                  <a16:creationId xmlns:a16="http://schemas.microsoft.com/office/drawing/2014/main" id="{9E82E510-C259-0957-3BE3-389A63FC63AB}"/>
                </a:ext>
              </a:extLst>
            </p:cNvPr>
            <p:cNvSpPr/>
            <p:nvPr/>
          </p:nvSpPr>
          <p:spPr>
            <a:xfrm>
              <a:off x="581436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778;p47">
              <a:extLst>
                <a:ext uri="{FF2B5EF4-FFF2-40B4-BE49-F238E27FC236}">
                  <a16:creationId xmlns:a16="http://schemas.microsoft.com/office/drawing/2014/main" id="{4778B72F-C79C-0831-ECB5-5484FC0AB98D}"/>
                </a:ext>
              </a:extLst>
            </p:cNvPr>
            <p:cNvSpPr/>
            <p:nvPr/>
          </p:nvSpPr>
          <p:spPr>
            <a:xfrm>
              <a:off x="5907240" y="4734360"/>
              <a:ext cx="64080" cy="64080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78" y="89"/>
                  </a:moveTo>
                  <a:cubicBezTo>
                    <a:pt x="178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8" y="40"/>
                    <a:pt x="178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779;p47">
              <a:extLst>
                <a:ext uri="{FF2B5EF4-FFF2-40B4-BE49-F238E27FC236}">
                  <a16:creationId xmlns:a16="http://schemas.microsoft.com/office/drawing/2014/main" id="{F6BC2F18-1095-9DC6-883E-D89C163BDFF7}"/>
                </a:ext>
              </a:extLst>
            </p:cNvPr>
            <p:cNvSpPr/>
            <p:nvPr/>
          </p:nvSpPr>
          <p:spPr>
            <a:xfrm>
              <a:off x="600048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80;p47">
              <a:extLst>
                <a:ext uri="{FF2B5EF4-FFF2-40B4-BE49-F238E27FC236}">
                  <a16:creationId xmlns:a16="http://schemas.microsoft.com/office/drawing/2014/main" id="{92EC722C-5E58-8F20-42CA-9FD44C0FAA14}"/>
                </a:ext>
              </a:extLst>
            </p:cNvPr>
            <p:cNvSpPr/>
            <p:nvPr/>
          </p:nvSpPr>
          <p:spPr>
            <a:xfrm>
              <a:off x="5513040" y="4355640"/>
              <a:ext cx="83160" cy="994320"/>
            </a:xfrm>
            <a:custGeom>
              <a:avLst/>
              <a:gdLst/>
              <a:ahLst/>
              <a:cxnLst/>
              <a:rect l="l" t="t" r="r" b="b"/>
              <a:pathLst>
                <a:path w="231" h="2762" extrusionOk="0">
                  <a:moveTo>
                    <a:pt x="231" y="2762"/>
                  </a:moveTo>
                  <a:lnTo>
                    <a:pt x="0" y="2762"/>
                  </a:lnTo>
                  <a:lnTo>
                    <a:pt x="0" y="0"/>
                  </a:lnTo>
                  <a:lnTo>
                    <a:pt x="231" y="0"/>
                  </a:lnTo>
                  <a:lnTo>
                    <a:pt x="231" y="27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781;p47">
              <a:extLst>
                <a:ext uri="{FF2B5EF4-FFF2-40B4-BE49-F238E27FC236}">
                  <a16:creationId xmlns:a16="http://schemas.microsoft.com/office/drawing/2014/main" id="{C82EFD21-2842-4DB0-AECE-DE498C6FBEFC}"/>
                </a:ext>
              </a:extLst>
            </p:cNvPr>
            <p:cNvSpPr/>
            <p:nvPr/>
          </p:nvSpPr>
          <p:spPr>
            <a:xfrm>
              <a:off x="5542920" y="4389480"/>
              <a:ext cx="23760" cy="921240"/>
            </a:xfrm>
            <a:custGeom>
              <a:avLst/>
              <a:gdLst/>
              <a:ahLst/>
              <a:cxnLst/>
              <a:rect l="l" t="t" r="r" b="b"/>
              <a:pathLst>
                <a:path w="66" h="2559" extrusionOk="0">
                  <a:moveTo>
                    <a:pt x="66" y="2559"/>
                  </a:moveTo>
                  <a:lnTo>
                    <a:pt x="0" y="2559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25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782;p47">
              <a:extLst>
                <a:ext uri="{FF2B5EF4-FFF2-40B4-BE49-F238E27FC236}">
                  <a16:creationId xmlns:a16="http://schemas.microsoft.com/office/drawing/2014/main" id="{89851C5C-C755-E04D-541B-2F2F61D85994}"/>
                </a:ext>
              </a:extLst>
            </p:cNvPr>
            <p:cNvSpPr/>
            <p:nvPr/>
          </p:nvSpPr>
          <p:spPr>
            <a:xfrm>
              <a:off x="5643360" y="48852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783;p47">
              <a:extLst>
                <a:ext uri="{FF2B5EF4-FFF2-40B4-BE49-F238E27FC236}">
                  <a16:creationId xmlns:a16="http://schemas.microsoft.com/office/drawing/2014/main" id="{E29ECE89-66B0-FC82-4237-D295BAB0C51C}"/>
                </a:ext>
              </a:extLst>
            </p:cNvPr>
            <p:cNvSpPr/>
            <p:nvPr/>
          </p:nvSpPr>
          <p:spPr>
            <a:xfrm>
              <a:off x="5643360" y="4912200"/>
              <a:ext cx="415080" cy="12240"/>
            </a:xfrm>
            <a:custGeom>
              <a:avLst/>
              <a:gdLst/>
              <a:ahLst/>
              <a:cxnLst/>
              <a:rect l="l" t="t" r="r" b="b"/>
              <a:pathLst>
                <a:path w="1153" h="34" extrusionOk="0">
                  <a:moveTo>
                    <a:pt x="1153" y="34"/>
                  </a:moveTo>
                  <a:lnTo>
                    <a:pt x="0" y="34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784;p47">
              <a:extLst>
                <a:ext uri="{FF2B5EF4-FFF2-40B4-BE49-F238E27FC236}">
                  <a16:creationId xmlns:a16="http://schemas.microsoft.com/office/drawing/2014/main" id="{B5E467E2-3924-86A1-F77E-CAFF5EFFE285}"/>
                </a:ext>
              </a:extLst>
            </p:cNvPr>
            <p:cNvSpPr/>
            <p:nvPr/>
          </p:nvSpPr>
          <p:spPr>
            <a:xfrm>
              <a:off x="5643360" y="493956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785;p47">
              <a:extLst>
                <a:ext uri="{FF2B5EF4-FFF2-40B4-BE49-F238E27FC236}">
                  <a16:creationId xmlns:a16="http://schemas.microsoft.com/office/drawing/2014/main" id="{5B1FDF95-B658-20BF-B7D5-D92B6A9F315B}"/>
                </a:ext>
              </a:extLst>
            </p:cNvPr>
            <p:cNvSpPr/>
            <p:nvPr/>
          </p:nvSpPr>
          <p:spPr>
            <a:xfrm>
              <a:off x="5643360" y="49669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786;p47">
              <a:extLst>
                <a:ext uri="{FF2B5EF4-FFF2-40B4-BE49-F238E27FC236}">
                  <a16:creationId xmlns:a16="http://schemas.microsoft.com/office/drawing/2014/main" id="{7F51B20A-2662-AB88-5A0C-1493BB2373AC}"/>
                </a:ext>
              </a:extLst>
            </p:cNvPr>
            <p:cNvSpPr/>
            <p:nvPr/>
          </p:nvSpPr>
          <p:spPr>
            <a:xfrm>
              <a:off x="5643360" y="4993920"/>
              <a:ext cx="415080" cy="12240"/>
            </a:xfrm>
            <a:custGeom>
              <a:avLst/>
              <a:gdLst/>
              <a:ahLst/>
              <a:cxnLst/>
              <a:rect l="l" t="t" r="r" b="b"/>
              <a:pathLst>
                <a:path w="1153" h="34" extrusionOk="0">
                  <a:moveTo>
                    <a:pt x="1153" y="34"/>
                  </a:moveTo>
                  <a:lnTo>
                    <a:pt x="0" y="34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87;p47">
              <a:extLst>
                <a:ext uri="{FF2B5EF4-FFF2-40B4-BE49-F238E27FC236}">
                  <a16:creationId xmlns:a16="http://schemas.microsoft.com/office/drawing/2014/main" id="{601ACD6F-8A5F-2DD5-AD24-D38292B329F9}"/>
                </a:ext>
              </a:extLst>
            </p:cNvPr>
            <p:cNvSpPr/>
            <p:nvPr/>
          </p:nvSpPr>
          <p:spPr>
            <a:xfrm>
              <a:off x="5643360" y="502128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788;p47">
              <a:extLst>
                <a:ext uri="{FF2B5EF4-FFF2-40B4-BE49-F238E27FC236}">
                  <a16:creationId xmlns:a16="http://schemas.microsoft.com/office/drawing/2014/main" id="{AB448F54-BFF8-377A-800C-3F8B97D9F0FA}"/>
                </a:ext>
              </a:extLst>
            </p:cNvPr>
            <p:cNvSpPr/>
            <p:nvPr/>
          </p:nvSpPr>
          <p:spPr>
            <a:xfrm>
              <a:off x="5643360" y="504864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789;p47">
              <a:extLst>
                <a:ext uri="{FF2B5EF4-FFF2-40B4-BE49-F238E27FC236}">
                  <a16:creationId xmlns:a16="http://schemas.microsoft.com/office/drawing/2014/main" id="{0172CC39-8CFD-7540-2D83-E19DA3513EC1}"/>
                </a:ext>
              </a:extLst>
            </p:cNvPr>
            <p:cNvSpPr/>
            <p:nvPr/>
          </p:nvSpPr>
          <p:spPr>
            <a:xfrm>
              <a:off x="5643360" y="50760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790;p47">
              <a:extLst>
                <a:ext uri="{FF2B5EF4-FFF2-40B4-BE49-F238E27FC236}">
                  <a16:creationId xmlns:a16="http://schemas.microsoft.com/office/drawing/2014/main" id="{2AE91F17-F0CB-D9DB-3F2E-62AB37B8D72F}"/>
                </a:ext>
              </a:extLst>
            </p:cNvPr>
            <p:cNvSpPr/>
            <p:nvPr/>
          </p:nvSpPr>
          <p:spPr>
            <a:xfrm>
              <a:off x="5643360" y="51030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791;p47">
              <a:extLst>
                <a:ext uri="{FF2B5EF4-FFF2-40B4-BE49-F238E27FC236}">
                  <a16:creationId xmlns:a16="http://schemas.microsoft.com/office/drawing/2014/main" id="{B5453772-5B2E-3474-7DD5-D416C7C51AC1}"/>
                </a:ext>
              </a:extLst>
            </p:cNvPr>
            <p:cNvSpPr/>
            <p:nvPr/>
          </p:nvSpPr>
          <p:spPr>
            <a:xfrm>
              <a:off x="5643360" y="513036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792;p47">
              <a:extLst>
                <a:ext uri="{FF2B5EF4-FFF2-40B4-BE49-F238E27FC236}">
                  <a16:creationId xmlns:a16="http://schemas.microsoft.com/office/drawing/2014/main" id="{04A6D92B-239C-2B0A-FC5E-1F4DC7FCE5B8}"/>
                </a:ext>
              </a:extLst>
            </p:cNvPr>
            <p:cNvSpPr/>
            <p:nvPr/>
          </p:nvSpPr>
          <p:spPr>
            <a:xfrm>
              <a:off x="5643360" y="51577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793;p47">
              <a:extLst>
                <a:ext uri="{FF2B5EF4-FFF2-40B4-BE49-F238E27FC236}">
                  <a16:creationId xmlns:a16="http://schemas.microsoft.com/office/drawing/2014/main" id="{4AD4260B-1E55-3783-768D-C0F33DC5D04D}"/>
                </a:ext>
              </a:extLst>
            </p:cNvPr>
            <p:cNvSpPr/>
            <p:nvPr/>
          </p:nvSpPr>
          <p:spPr>
            <a:xfrm>
              <a:off x="5643360" y="51847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794;p47">
              <a:extLst>
                <a:ext uri="{FF2B5EF4-FFF2-40B4-BE49-F238E27FC236}">
                  <a16:creationId xmlns:a16="http://schemas.microsoft.com/office/drawing/2014/main" id="{5448767B-31F4-9C50-84AC-9799AE2FEB64}"/>
                </a:ext>
              </a:extLst>
            </p:cNvPr>
            <p:cNvSpPr/>
            <p:nvPr/>
          </p:nvSpPr>
          <p:spPr>
            <a:xfrm>
              <a:off x="5643360" y="521208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795;p47">
              <a:extLst>
                <a:ext uri="{FF2B5EF4-FFF2-40B4-BE49-F238E27FC236}">
                  <a16:creationId xmlns:a16="http://schemas.microsoft.com/office/drawing/2014/main" id="{1A852F14-F73D-2EA1-DC49-806F2462C692}"/>
                </a:ext>
              </a:extLst>
            </p:cNvPr>
            <p:cNvSpPr/>
            <p:nvPr/>
          </p:nvSpPr>
          <p:spPr>
            <a:xfrm>
              <a:off x="5643360" y="523944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796;p47">
              <a:extLst>
                <a:ext uri="{FF2B5EF4-FFF2-40B4-BE49-F238E27FC236}">
                  <a16:creationId xmlns:a16="http://schemas.microsoft.com/office/drawing/2014/main" id="{02C50BCB-34A7-9090-4B4C-6BA15AAF1631}"/>
                </a:ext>
              </a:extLst>
            </p:cNvPr>
            <p:cNvSpPr/>
            <p:nvPr/>
          </p:nvSpPr>
          <p:spPr>
            <a:xfrm>
              <a:off x="5554800" y="5349960"/>
              <a:ext cx="41400" cy="51120"/>
            </a:xfrm>
            <a:custGeom>
              <a:avLst/>
              <a:gdLst/>
              <a:ahLst/>
              <a:cxnLst/>
              <a:rect l="l" t="t" r="r" b="b"/>
              <a:pathLst>
                <a:path w="115" h="142" extrusionOk="0">
                  <a:moveTo>
                    <a:pt x="115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15" y="0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6100" rIns="90000" bIns="6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797;p47">
              <a:extLst>
                <a:ext uri="{FF2B5EF4-FFF2-40B4-BE49-F238E27FC236}">
                  <a16:creationId xmlns:a16="http://schemas.microsoft.com/office/drawing/2014/main" id="{D6894677-1A2B-9DAB-3024-E3F0CA87B4F1}"/>
                </a:ext>
              </a:extLst>
            </p:cNvPr>
            <p:cNvSpPr/>
            <p:nvPr/>
          </p:nvSpPr>
          <p:spPr>
            <a:xfrm>
              <a:off x="6037920" y="5349960"/>
              <a:ext cx="41400" cy="51120"/>
            </a:xfrm>
            <a:custGeom>
              <a:avLst/>
              <a:gdLst/>
              <a:ahLst/>
              <a:cxnLst/>
              <a:rect l="l" t="t" r="r" b="b"/>
              <a:pathLst>
                <a:path w="115" h="142" extrusionOk="0">
                  <a:moveTo>
                    <a:pt x="115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15" y="0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6100" rIns="90000" bIns="6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798;p47">
              <a:extLst>
                <a:ext uri="{FF2B5EF4-FFF2-40B4-BE49-F238E27FC236}">
                  <a16:creationId xmlns:a16="http://schemas.microsoft.com/office/drawing/2014/main" id="{D0A24C8F-676E-A278-2E3D-D56106CD0A76}"/>
                </a:ext>
              </a:extLst>
            </p:cNvPr>
            <p:cNvSpPr/>
            <p:nvPr/>
          </p:nvSpPr>
          <p:spPr>
            <a:xfrm>
              <a:off x="5628240" y="4464000"/>
              <a:ext cx="287280" cy="20088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798" y="558"/>
                  </a:moveTo>
                  <a:lnTo>
                    <a:pt x="0" y="558"/>
                  </a:lnTo>
                  <a:lnTo>
                    <a:pt x="0" y="0"/>
                  </a:lnTo>
                  <a:lnTo>
                    <a:pt x="798" y="0"/>
                  </a:lnTo>
                  <a:lnTo>
                    <a:pt x="798" y="5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799;p47">
              <a:extLst>
                <a:ext uri="{FF2B5EF4-FFF2-40B4-BE49-F238E27FC236}">
                  <a16:creationId xmlns:a16="http://schemas.microsoft.com/office/drawing/2014/main" id="{CDB1DAEE-E9A8-1232-2DED-40179EA4BEBD}"/>
                </a:ext>
              </a:extLst>
            </p:cNvPr>
            <p:cNvSpPr/>
            <p:nvPr/>
          </p:nvSpPr>
          <p:spPr>
            <a:xfrm>
              <a:off x="5628240" y="4464000"/>
              <a:ext cx="287280" cy="20088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0" y="0"/>
                  </a:moveTo>
                  <a:lnTo>
                    <a:pt x="712" y="74"/>
                  </a:lnTo>
                  <a:lnTo>
                    <a:pt x="798" y="558"/>
                  </a:lnTo>
                  <a:lnTo>
                    <a:pt x="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6205911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3F1CED61-E832-01CC-2CEF-09171885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7">
            <a:extLst>
              <a:ext uri="{FF2B5EF4-FFF2-40B4-BE49-F238E27FC236}">
                <a16:creationId xmlns:a16="http://schemas.microsoft.com/office/drawing/2014/main" id="{7892A6FB-DCBB-C17B-93EC-9E84C0286B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0203" y="938462"/>
            <a:ext cx="7663593" cy="12652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GB" sz="2800" dirty="0">
                <a:solidFill>
                  <a:srgbClr val="000000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Ensure ethical implementations by use of industry regulations and standards.</a:t>
            </a:r>
            <a:endParaRPr lang="en-GB" sz="2800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</p:txBody>
      </p:sp>
      <p:sp>
        <p:nvSpPr>
          <p:cNvPr id="2" name="Google Shape;330;p32">
            <a:extLst>
              <a:ext uri="{FF2B5EF4-FFF2-40B4-BE49-F238E27FC236}">
                <a16:creationId xmlns:a16="http://schemas.microsoft.com/office/drawing/2014/main" id="{C8159F53-596B-3B9C-1CE5-FA84C2A2BB63}"/>
              </a:ext>
            </a:extLst>
          </p:cNvPr>
          <p:cNvSpPr txBox="1">
            <a:spLocks/>
          </p:cNvSpPr>
          <p:nvPr/>
        </p:nvSpPr>
        <p:spPr>
          <a:xfrm>
            <a:off x="2749598" y="2378554"/>
            <a:ext cx="5881609" cy="1272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Regulations like ISO 10218 ensure ethical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cobot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implementation, addressing safety and privacy concerns.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A3A"/>
              </a:buClr>
              <a:buSzPts val="11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Global standards from organizations like ISO and IEEE help minimize negative social and economic impacts.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F2066-5B36-AC7E-60BB-E945F641F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21" y="2549577"/>
            <a:ext cx="1670902" cy="186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11181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E850E-BDCB-7930-992F-C130D75C4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093925"/>
            <a:ext cx="7704000" cy="3312822"/>
          </a:xfrm>
        </p:spPr>
        <p:txBody>
          <a:bodyPr/>
          <a:lstStyle/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3"/>
              </a:rPr>
              <a:t>Human factors in </a:t>
            </a:r>
            <a:r>
              <a:rPr lang="en-GB" u="sng" dirty="0" err="1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3"/>
              </a:rPr>
              <a:t>cobot</a:t>
            </a:r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3"/>
              </a:rPr>
              <a:t> era: a review of modern production systems features | Journal of Intelligent Manufacturing</a:t>
            </a:r>
            <a:endParaRPr lang="en-GB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4"/>
              </a:rPr>
              <a:t>Cobots: What are They and Why Are They Becoming Important? | AI Magazine</a:t>
            </a:r>
            <a:endParaRPr lang="en-GB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5"/>
              </a:rPr>
              <a:t>What is a Cobot? Advanced Guide to Collaborative Robot Architecture and Implementation</a:t>
            </a:r>
            <a:endParaRPr lang="en-GB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6"/>
              </a:rPr>
              <a:t>A Review on the Effectiveness of Machine Learning and Deep Learning Algorithms for Collaborative Robot | Archives of Computational Methods in Engineering</a:t>
            </a:r>
            <a:endParaRPr lang="en-GB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7"/>
              </a:rPr>
              <a:t>Cobot programming for collaborative industrial tasks: An overview - ScienceDirect</a:t>
            </a:r>
            <a:endParaRPr lang="en-GB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8"/>
              </a:rPr>
              <a:t>Intelligent Robots and Cobots - Intelligent Robots and Cobots - Wiley Online Library</a:t>
            </a:r>
            <a:endParaRPr lang="en-GB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r>
              <a:rPr lang="en-GB" u="sng" dirty="0">
                <a:solidFill>
                  <a:srgbClr val="467886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  <a:hlinkClick r:id="rId9"/>
              </a:rPr>
              <a:t>Full article: Application, Development and Future Opportunities of Collaborative Robots (Cobots) in Manufacturing: A Literature Review</a:t>
            </a:r>
            <a:endParaRPr lang="en-GB" dirty="0"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endParaRPr lang="en-GB" dirty="0"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9"/>
          <p:cNvSpPr txBox="1">
            <a:spLocks noGrp="1"/>
          </p:cNvSpPr>
          <p:nvPr>
            <p:ph type="ctrTitle"/>
          </p:nvPr>
        </p:nvSpPr>
        <p:spPr>
          <a:xfrm>
            <a:off x="2470050" y="1222603"/>
            <a:ext cx="42039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899" name="Google Shape;899;p49"/>
          <p:cNvGrpSpPr/>
          <p:nvPr/>
        </p:nvGrpSpPr>
        <p:grpSpPr>
          <a:xfrm>
            <a:off x="872428" y="1771605"/>
            <a:ext cx="1800602" cy="2935593"/>
            <a:chOff x="6814080" y="309240"/>
            <a:chExt cx="641880" cy="1046520"/>
          </a:xfrm>
        </p:grpSpPr>
        <p:sp>
          <p:nvSpPr>
            <p:cNvPr id="900" name="Google Shape;900;p49"/>
            <p:cNvSpPr/>
            <p:nvPr/>
          </p:nvSpPr>
          <p:spPr>
            <a:xfrm>
              <a:off x="6996600" y="1144440"/>
              <a:ext cx="181080" cy="39240"/>
            </a:xfrm>
            <a:custGeom>
              <a:avLst/>
              <a:gdLst/>
              <a:ahLst/>
              <a:cxnLst/>
              <a:rect l="l" t="t" r="r" b="b"/>
              <a:pathLst>
                <a:path w="503" h="109" extrusionOk="0">
                  <a:moveTo>
                    <a:pt x="0" y="109"/>
                  </a:moveTo>
                  <a:lnTo>
                    <a:pt x="503" y="109"/>
                  </a:lnTo>
                  <a:lnTo>
                    <a:pt x="503" y="0"/>
                  </a:lnTo>
                  <a:lnTo>
                    <a:pt x="0" y="0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9"/>
            <p:cNvSpPr/>
            <p:nvPr/>
          </p:nvSpPr>
          <p:spPr>
            <a:xfrm>
              <a:off x="6890040" y="332640"/>
              <a:ext cx="499320" cy="640080"/>
            </a:xfrm>
            <a:custGeom>
              <a:avLst/>
              <a:gdLst/>
              <a:ahLst/>
              <a:cxnLst/>
              <a:rect l="l" t="t" r="r" b="b"/>
              <a:pathLst>
                <a:path w="1387" h="1778" extrusionOk="0">
                  <a:moveTo>
                    <a:pt x="750" y="1778"/>
                  </a:moveTo>
                  <a:cubicBezTo>
                    <a:pt x="730" y="1774"/>
                    <a:pt x="268" y="1688"/>
                    <a:pt x="98" y="1439"/>
                  </a:cubicBezTo>
                  <a:cubicBezTo>
                    <a:pt x="-73" y="1190"/>
                    <a:pt x="30" y="809"/>
                    <a:pt x="34" y="793"/>
                  </a:cubicBezTo>
                  <a:lnTo>
                    <a:pt x="36" y="784"/>
                  </a:lnTo>
                  <a:lnTo>
                    <a:pt x="46" y="783"/>
                  </a:lnTo>
                  <a:cubicBezTo>
                    <a:pt x="50" y="783"/>
                    <a:pt x="478" y="742"/>
                    <a:pt x="646" y="610"/>
                  </a:cubicBezTo>
                  <a:cubicBezTo>
                    <a:pt x="739" y="537"/>
                    <a:pt x="801" y="385"/>
                    <a:pt x="857" y="251"/>
                  </a:cubicBezTo>
                  <a:cubicBezTo>
                    <a:pt x="909" y="125"/>
                    <a:pt x="950" y="25"/>
                    <a:pt x="1008" y="9"/>
                  </a:cubicBezTo>
                  <a:cubicBezTo>
                    <a:pt x="1131" y="-24"/>
                    <a:pt x="1251" y="34"/>
                    <a:pt x="1328" y="165"/>
                  </a:cubicBezTo>
                  <a:cubicBezTo>
                    <a:pt x="1408" y="301"/>
                    <a:pt x="1383" y="470"/>
                    <a:pt x="1382" y="477"/>
                  </a:cubicBezTo>
                  <a:lnTo>
                    <a:pt x="1356" y="473"/>
                  </a:lnTo>
                  <a:cubicBezTo>
                    <a:pt x="1356" y="471"/>
                    <a:pt x="1380" y="306"/>
                    <a:pt x="1305" y="178"/>
                  </a:cubicBezTo>
                  <a:cubicBezTo>
                    <a:pt x="1234" y="58"/>
                    <a:pt x="1126" y="5"/>
                    <a:pt x="1015" y="35"/>
                  </a:cubicBezTo>
                  <a:cubicBezTo>
                    <a:pt x="970" y="47"/>
                    <a:pt x="927" y="151"/>
                    <a:pt x="881" y="261"/>
                  </a:cubicBezTo>
                  <a:cubicBezTo>
                    <a:pt x="824" y="398"/>
                    <a:pt x="760" y="553"/>
                    <a:pt x="662" y="631"/>
                  </a:cubicBezTo>
                  <a:cubicBezTo>
                    <a:pt x="500" y="758"/>
                    <a:pt x="123" y="802"/>
                    <a:pt x="57" y="809"/>
                  </a:cubicBezTo>
                  <a:cubicBezTo>
                    <a:pt x="43" y="867"/>
                    <a:pt x="-30" y="1205"/>
                    <a:pt x="119" y="1424"/>
                  </a:cubicBezTo>
                  <a:cubicBezTo>
                    <a:pt x="283" y="1664"/>
                    <a:pt x="750" y="1751"/>
                    <a:pt x="755" y="1752"/>
                  </a:cubicBezTo>
                  <a:lnTo>
                    <a:pt x="750" y="17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49"/>
            <p:cNvSpPr/>
            <p:nvPr/>
          </p:nvSpPr>
          <p:spPr>
            <a:xfrm>
              <a:off x="6834600" y="569880"/>
              <a:ext cx="435240" cy="480960"/>
            </a:xfrm>
            <a:custGeom>
              <a:avLst/>
              <a:gdLst/>
              <a:ahLst/>
              <a:cxnLst/>
              <a:rect l="l" t="t" r="r" b="b"/>
              <a:pathLst>
                <a:path w="1209" h="1336" extrusionOk="0">
                  <a:moveTo>
                    <a:pt x="1112" y="1318"/>
                  </a:moveTo>
                  <a:cubicBezTo>
                    <a:pt x="1073" y="1335"/>
                    <a:pt x="1013" y="1349"/>
                    <a:pt x="953" y="1317"/>
                  </a:cubicBezTo>
                  <a:cubicBezTo>
                    <a:pt x="851" y="1264"/>
                    <a:pt x="731" y="1029"/>
                    <a:pt x="695" y="973"/>
                  </a:cubicBezTo>
                  <a:cubicBezTo>
                    <a:pt x="658" y="917"/>
                    <a:pt x="264" y="471"/>
                    <a:pt x="229" y="427"/>
                  </a:cubicBezTo>
                  <a:cubicBezTo>
                    <a:pt x="195" y="382"/>
                    <a:pt x="40" y="307"/>
                    <a:pt x="6" y="175"/>
                  </a:cubicBezTo>
                  <a:cubicBezTo>
                    <a:pt x="-13" y="97"/>
                    <a:pt x="18" y="54"/>
                    <a:pt x="36" y="36"/>
                  </a:cubicBezTo>
                  <a:lnTo>
                    <a:pt x="36" y="35"/>
                  </a:lnTo>
                  <a:cubicBezTo>
                    <a:pt x="36" y="35"/>
                    <a:pt x="88" y="-26"/>
                    <a:pt x="188" y="13"/>
                  </a:cubicBezTo>
                  <a:cubicBezTo>
                    <a:pt x="315" y="64"/>
                    <a:pt x="369" y="227"/>
                    <a:pt x="409" y="267"/>
                  </a:cubicBezTo>
                  <a:cubicBezTo>
                    <a:pt x="449" y="307"/>
                    <a:pt x="840" y="756"/>
                    <a:pt x="891" y="799"/>
                  </a:cubicBezTo>
                  <a:cubicBezTo>
                    <a:pt x="941" y="843"/>
                    <a:pt x="1159" y="991"/>
                    <a:pt x="1199" y="1100"/>
                  </a:cubicBezTo>
                  <a:cubicBezTo>
                    <a:pt x="1224" y="1169"/>
                    <a:pt x="1197" y="1230"/>
                    <a:pt x="1174" y="1266"/>
                  </a:cubicBezTo>
                  <a:cubicBezTo>
                    <a:pt x="1167" y="1277"/>
                    <a:pt x="1127" y="1312"/>
                    <a:pt x="1112" y="1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9"/>
            <p:cNvSpPr/>
            <p:nvPr/>
          </p:nvSpPr>
          <p:spPr>
            <a:xfrm>
              <a:off x="6973200" y="928080"/>
              <a:ext cx="318600" cy="173160"/>
            </a:xfrm>
            <a:custGeom>
              <a:avLst/>
              <a:gdLst/>
              <a:ahLst/>
              <a:cxnLst/>
              <a:rect l="l" t="t" r="r" b="b"/>
              <a:pathLst>
                <a:path w="885" h="481" extrusionOk="0">
                  <a:moveTo>
                    <a:pt x="120" y="481"/>
                  </a:moveTo>
                  <a:lnTo>
                    <a:pt x="721" y="481"/>
                  </a:lnTo>
                  <a:lnTo>
                    <a:pt x="868" y="206"/>
                  </a:lnTo>
                  <a:cubicBezTo>
                    <a:pt x="918" y="112"/>
                    <a:pt x="850" y="0"/>
                    <a:pt x="744" y="0"/>
                  </a:cubicBezTo>
                  <a:lnTo>
                    <a:pt x="120" y="0"/>
                  </a:lnTo>
                  <a:cubicBezTo>
                    <a:pt x="54" y="0"/>
                    <a:pt x="0" y="53"/>
                    <a:pt x="0" y="120"/>
                  </a:cubicBezTo>
                  <a:lnTo>
                    <a:pt x="0" y="361"/>
                  </a:lnTo>
                  <a:cubicBezTo>
                    <a:pt x="0" y="428"/>
                    <a:pt x="54" y="481"/>
                    <a:pt x="120" y="4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9"/>
            <p:cNvSpPr/>
            <p:nvPr/>
          </p:nvSpPr>
          <p:spPr>
            <a:xfrm>
              <a:off x="6985080" y="1101240"/>
              <a:ext cx="247680" cy="43200"/>
            </a:xfrm>
            <a:custGeom>
              <a:avLst/>
              <a:gdLst/>
              <a:ahLst/>
              <a:cxnLst/>
              <a:rect l="l" t="t" r="r" b="b"/>
              <a:pathLst>
                <a:path w="688" h="120" extrusionOk="0">
                  <a:moveTo>
                    <a:pt x="688" y="0"/>
                  </a:moveTo>
                  <a:lnTo>
                    <a:pt x="638" y="96"/>
                  </a:lnTo>
                  <a:cubicBezTo>
                    <a:pt x="631" y="111"/>
                    <a:pt x="616" y="120"/>
                    <a:pt x="599" y="120"/>
                  </a:cubicBezTo>
                  <a:lnTo>
                    <a:pt x="37" y="120"/>
                  </a:lnTo>
                  <a:cubicBezTo>
                    <a:pt x="20" y="120"/>
                    <a:pt x="5" y="107"/>
                    <a:pt x="3" y="90"/>
                  </a:cubicBezTo>
                  <a:lnTo>
                    <a:pt x="0" y="63"/>
                  </a:lnTo>
                  <a:cubicBezTo>
                    <a:pt x="-4" y="30"/>
                    <a:pt x="22" y="0"/>
                    <a:pt x="56" y="0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9"/>
            <p:cNvSpPr/>
            <p:nvPr/>
          </p:nvSpPr>
          <p:spPr>
            <a:xfrm>
              <a:off x="6963480" y="340560"/>
              <a:ext cx="301320" cy="242640"/>
            </a:xfrm>
            <a:custGeom>
              <a:avLst/>
              <a:gdLst/>
              <a:ahLst/>
              <a:cxnLst/>
              <a:rect l="l" t="t" r="r" b="b"/>
              <a:pathLst>
                <a:path w="837" h="674" extrusionOk="0">
                  <a:moveTo>
                    <a:pt x="116" y="674"/>
                  </a:moveTo>
                  <a:lnTo>
                    <a:pt x="837" y="165"/>
                  </a:lnTo>
                  <a:lnTo>
                    <a:pt x="720" y="0"/>
                  </a:lnTo>
                  <a:lnTo>
                    <a:pt x="0" y="509"/>
                  </a:lnTo>
                  <a:lnTo>
                    <a:pt x="116" y="6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9"/>
            <p:cNvSpPr/>
            <p:nvPr/>
          </p:nvSpPr>
          <p:spPr>
            <a:xfrm>
              <a:off x="6900480" y="674640"/>
              <a:ext cx="340560" cy="253440"/>
            </a:xfrm>
            <a:custGeom>
              <a:avLst/>
              <a:gdLst/>
              <a:ahLst/>
              <a:cxnLst/>
              <a:rect l="l" t="t" r="r" b="b"/>
              <a:pathLst>
                <a:path w="946" h="704" extrusionOk="0">
                  <a:moveTo>
                    <a:pt x="248" y="0"/>
                  </a:moveTo>
                  <a:cubicBezTo>
                    <a:pt x="248" y="0"/>
                    <a:pt x="223" y="82"/>
                    <a:pt x="192" y="114"/>
                  </a:cubicBezTo>
                  <a:cubicBezTo>
                    <a:pt x="160" y="145"/>
                    <a:pt x="136" y="171"/>
                    <a:pt x="192" y="233"/>
                  </a:cubicBezTo>
                  <a:cubicBezTo>
                    <a:pt x="248" y="294"/>
                    <a:pt x="578" y="662"/>
                    <a:pt x="593" y="666"/>
                  </a:cubicBezTo>
                  <a:cubicBezTo>
                    <a:pt x="608" y="669"/>
                    <a:pt x="946" y="704"/>
                    <a:pt x="946" y="704"/>
                  </a:cubicBezTo>
                  <a:lnTo>
                    <a:pt x="525" y="704"/>
                  </a:lnTo>
                  <a:lnTo>
                    <a:pt x="0" y="7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9"/>
            <p:cNvSpPr/>
            <p:nvPr/>
          </p:nvSpPr>
          <p:spPr>
            <a:xfrm>
              <a:off x="7014600" y="356760"/>
              <a:ext cx="221760" cy="190440"/>
            </a:xfrm>
            <a:custGeom>
              <a:avLst/>
              <a:gdLst/>
              <a:ahLst/>
              <a:cxnLst/>
              <a:rect l="l" t="t" r="r" b="b"/>
              <a:pathLst>
                <a:path w="616" h="529" extrusionOk="0">
                  <a:moveTo>
                    <a:pt x="0" y="357"/>
                  </a:moveTo>
                  <a:cubicBezTo>
                    <a:pt x="0" y="357"/>
                    <a:pt x="66" y="339"/>
                    <a:pt x="118" y="386"/>
                  </a:cubicBezTo>
                  <a:cubicBezTo>
                    <a:pt x="171" y="433"/>
                    <a:pt x="207" y="428"/>
                    <a:pt x="227" y="417"/>
                  </a:cubicBezTo>
                  <a:cubicBezTo>
                    <a:pt x="243" y="408"/>
                    <a:pt x="448" y="259"/>
                    <a:pt x="539" y="192"/>
                  </a:cubicBezTo>
                  <a:cubicBezTo>
                    <a:pt x="561" y="176"/>
                    <a:pt x="464" y="98"/>
                    <a:pt x="505" y="7"/>
                  </a:cubicBezTo>
                  <a:cubicBezTo>
                    <a:pt x="525" y="-40"/>
                    <a:pt x="616" y="176"/>
                    <a:pt x="616" y="176"/>
                  </a:cubicBezTo>
                  <a:lnTo>
                    <a:pt x="117" y="529"/>
                  </a:lnTo>
                  <a:lnTo>
                    <a:pt x="0" y="35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9"/>
            <p:cNvSpPr/>
            <p:nvPr/>
          </p:nvSpPr>
          <p:spPr>
            <a:xfrm>
              <a:off x="6814080" y="483120"/>
              <a:ext cx="243360" cy="232920"/>
            </a:xfrm>
            <a:custGeom>
              <a:avLst/>
              <a:gdLst/>
              <a:ahLst/>
              <a:cxnLst/>
              <a:rect l="l" t="t" r="r" b="b"/>
              <a:pathLst>
                <a:path w="676" h="647" extrusionOk="0">
                  <a:moveTo>
                    <a:pt x="145" y="159"/>
                  </a:moveTo>
                  <a:lnTo>
                    <a:pt x="443" y="16"/>
                  </a:lnTo>
                  <a:cubicBezTo>
                    <a:pt x="524" y="-23"/>
                    <a:pt x="621" y="11"/>
                    <a:pt x="659" y="92"/>
                  </a:cubicBezTo>
                  <a:cubicBezTo>
                    <a:pt x="681" y="137"/>
                    <a:pt x="680" y="187"/>
                    <a:pt x="661" y="229"/>
                  </a:cubicBezTo>
                  <a:lnTo>
                    <a:pt x="661" y="229"/>
                  </a:lnTo>
                  <a:lnTo>
                    <a:pt x="661" y="229"/>
                  </a:lnTo>
                  <a:cubicBezTo>
                    <a:pt x="654" y="243"/>
                    <a:pt x="646" y="256"/>
                    <a:pt x="636" y="267"/>
                  </a:cubicBezTo>
                  <a:lnTo>
                    <a:pt x="492" y="491"/>
                  </a:lnTo>
                  <a:lnTo>
                    <a:pt x="492" y="491"/>
                  </a:lnTo>
                  <a:cubicBezTo>
                    <a:pt x="468" y="546"/>
                    <a:pt x="425" y="594"/>
                    <a:pt x="367" y="622"/>
                  </a:cubicBezTo>
                  <a:cubicBezTo>
                    <a:pt x="239" y="683"/>
                    <a:pt x="86" y="629"/>
                    <a:pt x="25" y="501"/>
                  </a:cubicBezTo>
                  <a:cubicBezTo>
                    <a:pt x="-37" y="373"/>
                    <a:pt x="17" y="220"/>
                    <a:pt x="145" y="1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9"/>
            <p:cNvSpPr/>
            <p:nvPr/>
          </p:nvSpPr>
          <p:spPr>
            <a:xfrm>
              <a:off x="7254000" y="378720"/>
              <a:ext cx="64440" cy="60120"/>
            </a:xfrm>
            <a:custGeom>
              <a:avLst/>
              <a:gdLst/>
              <a:ahLst/>
              <a:cxnLst/>
              <a:rect l="l" t="t" r="r" b="b"/>
              <a:pathLst>
                <a:path w="179" h="167" extrusionOk="0">
                  <a:moveTo>
                    <a:pt x="179" y="78"/>
                  </a:moveTo>
                  <a:lnTo>
                    <a:pt x="57" y="167"/>
                  </a:lnTo>
                  <a:lnTo>
                    <a:pt x="0" y="89"/>
                  </a:lnTo>
                  <a:lnTo>
                    <a:pt x="122" y="0"/>
                  </a:lnTo>
                  <a:lnTo>
                    <a:pt x="179" y="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100" rIns="90000" bIns="15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9"/>
            <p:cNvSpPr/>
            <p:nvPr/>
          </p:nvSpPr>
          <p:spPr>
            <a:xfrm>
              <a:off x="7262280" y="388440"/>
              <a:ext cx="42480" cy="50400"/>
            </a:xfrm>
            <a:custGeom>
              <a:avLst/>
              <a:gdLst/>
              <a:ahLst/>
              <a:cxnLst/>
              <a:rect l="l" t="t" r="r" b="b"/>
              <a:pathLst>
                <a:path w="118" h="140" extrusionOk="0">
                  <a:moveTo>
                    <a:pt x="0" y="93"/>
                  </a:moveTo>
                  <a:lnTo>
                    <a:pt x="118" y="0"/>
                  </a:lnTo>
                  <a:cubicBezTo>
                    <a:pt x="118" y="0"/>
                    <a:pt x="118" y="28"/>
                    <a:pt x="94" y="60"/>
                  </a:cubicBezTo>
                  <a:cubicBezTo>
                    <a:pt x="75" y="83"/>
                    <a:pt x="69" y="84"/>
                    <a:pt x="66" y="95"/>
                  </a:cubicBezTo>
                  <a:cubicBezTo>
                    <a:pt x="64" y="106"/>
                    <a:pt x="69" y="114"/>
                    <a:pt x="69" y="114"/>
                  </a:cubicBezTo>
                  <a:lnTo>
                    <a:pt x="34" y="140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5400" rIns="90000" bIns="5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9"/>
            <p:cNvSpPr/>
            <p:nvPr/>
          </p:nvSpPr>
          <p:spPr>
            <a:xfrm>
              <a:off x="7195680" y="309240"/>
              <a:ext cx="113760" cy="113400"/>
            </a:xfrm>
            <a:custGeom>
              <a:avLst/>
              <a:gdLst/>
              <a:ahLst/>
              <a:cxnLst/>
              <a:rect l="l" t="t" r="r" b="b"/>
              <a:pathLst>
                <a:path w="316" h="315" extrusionOk="0">
                  <a:moveTo>
                    <a:pt x="307" y="105"/>
                  </a:moveTo>
                  <a:cubicBezTo>
                    <a:pt x="336" y="187"/>
                    <a:pt x="293" y="277"/>
                    <a:pt x="211" y="306"/>
                  </a:cubicBezTo>
                  <a:cubicBezTo>
                    <a:pt x="129" y="335"/>
                    <a:pt x="38" y="292"/>
                    <a:pt x="9" y="210"/>
                  </a:cubicBezTo>
                  <a:cubicBezTo>
                    <a:pt x="-20" y="128"/>
                    <a:pt x="24" y="38"/>
                    <a:pt x="106" y="9"/>
                  </a:cubicBezTo>
                  <a:cubicBezTo>
                    <a:pt x="188" y="-19"/>
                    <a:pt x="278" y="23"/>
                    <a:pt x="307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9"/>
            <p:cNvSpPr/>
            <p:nvPr/>
          </p:nvSpPr>
          <p:spPr>
            <a:xfrm>
              <a:off x="7195680" y="968040"/>
              <a:ext cx="48240" cy="47880"/>
            </a:xfrm>
            <a:custGeom>
              <a:avLst/>
              <a:gdLst/>
              <a:ahLst/>
              <a:cxnLst/>
              <a:rect l="l" t="t" r="r" b="b"/>
              <a:pathLst>
                <a:path w="134" h="133" extrusionOk="0">
                  <a:moveTo>
                    <a:pt x="134" y="66"/>
                  </a:moveTo>
                  <a:cubicBezTo>
                    <a:pt x="134" y="103"/>
                    <a:pt x="104" y="133"/>
                    <a:pt x="67" y="133"/>
                  </a:cubicBezTo>
                  <a:cubicBezTo>
                    <a:pt x="30" y="133"/>
                    <a:pt x="0" y="103"/>
                    <a:pt x="0" y="66"/>
                  </a:cubicBezTo>
                  <a:cubicBezTo>
                    <a:pt x="0" y="30"/>
                    <a:pt x="30" y="0"/>
                    <a:pt x="67" y="0"/>
                  </a:cubicBezTo>
                  <a:cubicBezTo>
                    <a:pt x="104" y="0"/>
                    <a:pt x="134" y="30"/>
                    <a:pt x="134" y="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2875" rIns="90000" bIns="2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9"/>
            <p:cNvSpPr/>
            <p:nvPr/>
          </p:nvSpPr>
          <p:spPr>
            <a:xfrm>
              <a:off x="7282440" y="412560"/>
              <a:ext cx="85320" cy="99000"/>
            </a:xfrm>
            <a:custGeom>
              <a:avLst/>
              <a:gdLst/>
              <a:ahLst/>
              <a:cxnLst/>
              <a:rect l="l" t="t" r="r" b="b"/>
              <a:pathLst>
                <a:path w="237" h="275" extrusionOk="0">
                  <a:moveTo>
                    <a:pt x="237" y="217"/>
                  </a:moveTo>
                  <a:lnTo>
                    <a:pt x="158" y="275"/>
                  </a:lnTo>
                  <a:lnTo>
                    <a:pt x="0" y="57"/>
                  </a:lnTo>
                  <a:lnTo>
                    <a:pt x="78" y="0"/>
                  </a:lnTo>
                  <a:lnTo>
                    <a:pt x="237" y="2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9"/>
            <p:cNvSpPr/>
            <p:nvPr/>
          </p:nvSpPr>
          <p:spPr>
            <a:xfrm>
              <a:off x="7331760" y="485280"/>
              <a:ext cx="64080" cy="59760"/>
            </a:xfrm>
            <a:custGeom>
              <a:avLst/>
              <a:gdLst/>
              <a:ahLst/>
              <a:cxnLst/>
              <a:rect l="l" t="t" r="r" b="b"/>
              <a:pathLst>
                <a:path w="178" h="166" extrusionOk="0">
                  <a:moveTo>
                    <a:pt x="178" y="78"/>
                  </a:moveTo>
                  <a:lnTo>
                    <a:pt x="57" y="166"/>
                  </a:lnTo>
                  <a:lnTo>
                    <a:pt x="0" y="88"/>
                  </a:lnTo>
                  <a:lnTo>
                    <a:pt x="121" y="0"/>
                  </a:lnTo>
                  <a:lnTo>
                    <a:pt x="178" y="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4750" rIns="90000" bIns="147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9"/>
            <p:cNvSpPr/>
            <p:nvPr/>
          </p:nvSpPr>
          <p:spPr>
            <a:xfrm>
              <a:off x="7355160" y="515160"/>
              <a:ext cx="55800" cy="52200"/>
            </a:xfrm>
            <a:custGeom>
              <a:avLst/>
              <a:gdLst/>
              <a:ahLst/>
              <a:cxnLst/>
              <a:rect l="l" t="t" r="r" b="b"/>
              <a:pathLst>
                <a:path w="155" h="145" extrusionOk="0">
                  <a:moveTo>
                    <a:pt x="155" y="68"/>
                  </a:moveTo>
                  <a:lnTo>
                    <a:pt x="49" y="145"/>
                  </a:lnTo>
                  <a:lnTo>
                    <a:pt x="0" y="77"/>
                  </a:lnTo>
                  <a:lnTo>
                    <a:pt x="105" y="0"/>
                  </a:lnTo>
                  <a:lnTo>
                    <a:pt x="155" y="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7200" rIns="90000" bIns="7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9"/>
            <p:cNvSpPr/>
            <p:nvPr/>
          </p:nvSpPr>
          <p:spPr>
            <a:xfrm>
              <a:off x="7408080" y="722160"/>
              <a:ext cx="16920" cy="23760"/>
            </a:xfrm>
            <a:custGeom>
              <a:avLst/>
              <a:gdLst/>
              <a:ahLst/>
              <a:cxnLst/>
              <a:rect l="l" t="t" r="r" b="b"/>
              <a:pathLst>
                <a:path w="47" h="66" extrusionOk="0">
                  <a:moveTo>
                    <a:pt x="0" y="56"/>
                  </a:moveTo>
                  <a:lnTo>
                    <a:pt x="24" y="66"/>
                  </a:lnTo>
                  <a:lnTo>
                    <a:pt x="47" y="10"/>
                  </a:lnTo>
                  <a:lnTo>
                    <a:pt x="23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9"/>
            <p:cNvSpPr/>
            <p:nvPr/>
          </p:nvSpPr>
          <p:spPr>
            <a:xfrm>
              <a:off x="7401600" y="569520"/>
              <a:ext cx="54360" cy="147960"/>
            </a:xfrm>
            <a:custGeom>
              <a:avLst/>
              <a:gdLst/>
              <a:ahLst/>
              <a:cxnLst/>
              <a:rect l="l" t="t" r="r" b="b"/>
              <a:pathLst>
                <a:path w="151" h="411" extrusionOk="0">
                  <a:moveTo>
                    <a:pt x="77" y="411"/>
                  </a:moveTo>
                  <a:lnTo>
                    <a:pt x="50" y="399"/>
                  </a:lnTo>
                  <a:lnTo>
                    <a:pt x="117" y="240"/>
                  </a:lnTo>
                  <a:cubicBezTo>
                    <a:pt x="127" y="216"/>
                    <a:pt x="123" y="188"/>
                    <a:pt x="108" y="166"/>
                  </a:cubicBezTo>
                  <a:lnTo>
                    <a:pt x="0" y="17"/>
                  </a:lnTo>
                  <a:lnTo>
                    <a:pt x="23" y="0"/>
                  </a:lnTo>
                  <a:lnTo>
                    <a:pt x="132" y="149"/>
                  </a:lnTo>
                  <a:cubicBezTo>
                    <a:pt x="153" y="179"/>
                    <a:pt x="157" y="218"/>
                    <a:pt x="143" y="251"/>
                  </a:cubicBezTo>
                  <a:lnTo>
                    <a:pt x="77" y="4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9"/>
            <p:cNvSpPr/>
            <p:nvPr/>
          </p:nvSpPr>
          <p:spPr>
            <a:xfrm>
              <a:off x="7413480" y="686520"/>
              <a:ext cx="28800" cy="40320"/>
            </a:xfrm>
            <a:custGeom>
              <a:avLst/>
              <a:gdLst/>
              <a:ahLst/>
              <a:cxnLst/>
              <a:rect l="l" t="t" r="r" b="b"/>
              <a:pathLst>
                <a:path w="80" h="112" extrusionOk="0">
                  <a:moveTo>
                    <a:pt x="0" y="96"/>
                  </a:moveTo>
                  <a:lnTo>
                    <a:pt x="40" y="112"/>
                  </a:lnTo>
                  <a:lnTo>
                    <a:pt x="80" y="17"/>
                  </a:lnTo>
                  <a:lnTo>
                    <a:pt x="40" y="0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9"/>
            <p:cNvSpPr/>
            <p:nvPr/>
          </p:nvSpPr>
          <p:spPr>
            <a:xfrm>
              <a:off x="7282440" y="412560"/>
              <a:ext cx="85320" cy="99000"/>
            </a:xfrm>
            <a:custGeom>
              <a:avLst/>
              <a:gdLst/>
              <a:ahLst/>
              <a:cxnLst/>
              <a:rect l="l" t="t" r="r" b="b"/>
              <a:pathLst>
                <a:path w="237" h="275" extrusionOk="0">
                  <a:moveTo>
                    <a:pt x="0" y="57"/>
                  </a:moveTo>
                  <a:lnTo>
                    <a:pt x="158" y="275"/>
                  </a:lnTo>
                  <a:lnTo>
                    <a:pt x="237" y="217"/>
                  </a:lnTo>
                  <a:cubicBezTo>
                    <a:pt x="237" y="217"/>
                    <a:pt x="174" y="250"/>
                    <a:pt x="162" y="236"/>
                  </a:cubicBezTo>
                  <a:cubicBezTo>
                    <a:pt x="150" y="223"/>
                    <a:pt x="31" y="65"/>
                    <a:pt x="32" y="57"/>
                  </a:cubicBezTo>
                  <a:cubicBezTo>
                    <a:pt x="33" y="50"/>
                    <a:pt x="78" y="0"/>
                    <a:pt x="7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9"/>
            <p:cNvSpPr/>
            <p:nvPr/>
          </p:nvSpPr>
          <p:spPr>
            <a:xfrm>
              <a:off x="7379640" y="544680"/>
              <a:ext cx="47880" cy="50040"/>
            </a:xfrm>
            <a:custGeom>
              <a:avLst/>
              <a:gdLst/>
              <a:ahLst/>
              <a:cxnLst/>
              <a:rect l="l" t="t" r="r" b="b"/>
              <a:pathLst>
                <a:path w="133" h="139" extrusionOk="0">
                  <a:moveTo>
                    <a:pt x="133" y="90"/>
                  </a:moveTo>
                  <a:lnTo>
                    <a:pt x="66" y="139"/>
                  </a:lnTo>
                  <a:lnTo>
                    <a:pt x="0" y="49"/>
                  </a:lnTo>
                  <a:lnTo>
                    <a:pt x="68" y="0"/>
                  </a:lnTo>
                  <a:lnTo>
                    <a:pt x="133" y="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5025" rIns="90000" bIns="5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9"/>
            <p:cNvSpPr/>
            <p:nvPr/>
          </p:nvSpPr>
          <p:spPr>
            <a:xfrm>
              <a:off x="6941520" y="1183680"/>
              <a:ext cx="282240" cy="172080"/>
            </a:xfrm>
            <a:custGeom>
              <a:avLst/>
              <a:gdLst/>
              <a:ahLst/>
              <a:cxnLst/>
              <a:rect l="l" t="t" r="r" b="b"/>
              <a:pathLst>
                <a:path w="784" h="478" extrusionOk="0">
                  <a:moveTo>
                    <a:pt x="0" y="478"/>
                  </a:moveTo>
                  <a:lnTo>
                    <a:pt x="784" y="478"/>
                  </a:lnTo>
                  <a:lnTo>
                    <a:pt x="696" y="0"/>
                  </a:lnTo>
                  <a:lnTo>
                    <a:pt x="88" y="0"/>
                  </a:lnTo>
                  <a:lnTo>
                    <a:pt x="0" y="4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9"/>
            <p:cNvSpPr/>
            <p:nvPr/>
          </p:nvSpPr>
          <p:spPr>
            <a:xfrm>
              <a:off x="6954120" y="1193400"/>
              <a:ext cx="30600" cy="151200"/>
            </a:xfrm>
            <a:custGeom>
              <a:avLst/>
              <a:gdLst/>
              <a:ahLst/>
              <a:cxnLst/>
              <a:rect l="l" t="t" r="r" b="b"/>
              <a:pathLst>
                <a:path w="85" h="420" extrusionOk="0">
                  <a:moveTo>
                    <a:pt x="85" y="0"/>
                  </a:moveTo>
                  <a:lnTo>
                    <a:pt x="85" y="420"/>
                  </a:lnTo>
                  <a:lnTo>
                    <a:pt x="0" y="420"/>
                  </a:lnTo>
                  <a:lnTo>
                    <a:pt x="71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9"/>
            <p:cNvSpPr/>
            <p:nvPr/>
          </p:nvSpPr>
          <p:spPr>
            <a:xfrm>
              <a:off x="7180560" y="1193400"/>
              <a:ext cx="30600" cy="151200"/>
            </a:xfrm>
            <a:custGeom>
              <a:avLst/>
              <a:gdLst/>
              <a:ahLst/>
              <a:cxnLst/>
              <a:rect l="l" t="t" r="r" b="b"/>
              <a:pathLst>
                <a:path w="85" h="420" extrusionOk="0">
                  <a:moveTo>
                    <a:pt x="0" y="0"/>
                  </a:moveTo>
                  <a:lnTo>
                    <a:pt x="0" y="420"/>
                  </a:lnTo>
                  <a:lnTo>
                    <a:pt x="85" y="420"/>
                  </a:lnTo>
                  <a:lnTo>
                    <a:pt x="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9"/>
            <p:cNvSpPr/>
            <p:nvPr/>
          </p:nvSpPr>
          <p:spPr>
            <a:xfrm>
              <a:off x="7051680" y="1194120"/>
              <a:ext cx="24120" cy="151200"/>
            </a:xfrm>
            <a:custGeom>
              <a:avLst/>
              <a:gdLst/>
              <a:ahLst/>
              <a:cxnLst/>
              <a:rect l="l" t="t" r="r" b="b"/>
              <a:pathLst>
                <a:path w="67" h="420" extrusionOk="0">
                  <a:moveTo>
                    <a:pt x="67" y="0"/>
                  </a:moveTo>
                  <a:lnTo>
                    <a:pt x="67" y="420"/>
                  </a:lnTo>
                  <a:lnTo>
                    <a:pt x="0" y="420"/>
                  </a:lnTo>
                  <a:lnTo>
                    <a:pt x="36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9"/>
            <p:cNvSpPr/>
            <p:nvPr/>
          </p:nvSpPr>
          <p:spPr>
            <a:xfrm>
              <a:off x="7082640" y="1194120"/>
              <a:ext cx="24120" cy="151200"/>
            </a:xfrm>
            <a:custGeom>
              <a:avLst/>
              <a:gdLst/>
              <a:ahLst/>
              <a:cxnLst/>
              <a:rect l="l" t="t" r="r" b="b"/>
              <a:pathLst>
                <a:path w="6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67" y="420"/>
                  </a:lnTo>
                  <a:lnTo>
                    <a:pt x="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9"/>
            <p:cNvSpPr/>
            <p:nvPr/>
          </p:nvSpPr>
          <p:spPr>
            <a:xfrm>
              <a:off x="7185600" y="1193400"/>
              <a:ext cx="36000" cy="151200"/>
            </a:xfrm>
            <a:custGeom>
              <a:avLst/>
              <a:gdLst/>
              <a:ahLst/>
              <a:cxnLst/>
              <a:rect l="l" t="t" r="r" b="b"/>
              <a:pathLst>
                <a:path w="100" h="420" extrusionOk="0">
                  <a:moveTo>
                    <a:pt x="0" y="0"/>
                  </a:moveTo>
                  <a:lnTo>
                    <a:pt x="23" y="0"/>
                  </a:lnTo>
                  <a:lnTo>
                    <a:pt x="100" y="420"/>
                  </a:lnTo>
                  <a:lnTo>
                    <a:pt x="71" y="4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9"/>
            <p:cNvSpPr/>
            <p:nvPr/>
          </p:nvSpPr>
          <p:spPr>
            <a:xfrm>
              <a:off x="6966720" y="1183680"/>
              <a:ext cx="231120" cy="10080"/>
            </a:xfrm>
            <a:custGeom>
              <a:avLst/>
              <a:gdLst/>
              <a:ahLst/>
              <a:cxnLst/>
              <a:rect l="l" t="t" r="r" b="b"/>
              <a:pathLst>
                <a:path w="642" h="28" extrusionOk="0">
                  <a:moveTo>
                    <a:pt x="642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642" y="0"/>
                  </a:lnTo>
                  <a:lnTo>
                    <a:pt x="642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9"/>
            <p:cNvSpPr/>
            <p:nvPr/>
          </p:nvSpPr>
          <p:spPr>
            <a:xfrm>
              <a:off x="6936120" y="1343160"/>
              <a:ext cx="293040" cy="12600"/>
            </a:xfrm>
            <a:custGeom>
              <a:avLst/>
              <a:gdLst/>
              <a:ahLst/>
              <a:cxnLst/>
              <a:rect l="l" t="t" r="r" b="b"/>
              <a:pathLst>
                <a:path w="814" h="35" extrusionOk="0">
                  <a:moveTo>
                    <a:pt x="814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814" y="0"/>
                  </a:lnTo>
                  <a:lnTo>
                    <a:pt x="814" y="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9" name="Google Shape;929;p49"/>
          <p:cNvGrpSpPr/>
          <p:nvPr/>
        </p:nvGrpSpPr>
        <p:grpSpPr>
          <a:xfrm flipH="1">
            <a:off x="6673949" y="2341176"/>
            <a:ext cx="1957022" cy="2390018"/>
            <a:chOff x="4064760" y="1572120"/>
            <a:chExt cx="907920" cy="1108800"/>
          </a:xfrm>
        </p:grpSpPr>
        <p:sp>
          <p:nvSpPr>
            <p:cNvPr id="930" name="Google Shape;930;p49"/>
            <p:cNvSpPr/>
            <p:nvPr/>
          </p:nvSpPr>
          <p:spPr>
            <a:xfrm>
              <a:off x="4194360" y="1598760"/>
              <a:ext cx="767520" cy="140400"/>
            </a:xfrm>
            <a:custGeom>
              <a:avLst/>
              <a:gdLst/>
              <a:ahLst/>
              <a:cxnLst/>
              <a:rect l="l" t="t" r="r" b="b"/>
              <a:pathLst>
                <a:path w="2132" h="390" extrusionOk="0">
                  <a:moveTo>
                    <a:pt x="2130" y="390"/>
                  </a:moveTo>
                  <a:lnTo>
                    <a:pt x="2132" y="378"/>
                  </a:lnTo>
                  <a:lnTo>
                    <a:pt x="3" y="0"/>
                  </a:lnTo>
                  <a:lnTo>
                    <a:pt x="0" y="12"/>
                  </a:lnTo>
                  <a:lnTo>
                    <a:pt x="1081" y="390"/>
                  </a:lnTo>
                  <a:lnTo>
                    <a:pt x="1085" y="378"/>
                  </a:lnTo>
                  <a:lnTo>
                    <a:pt x="80" y="26"/>
                  </a:lnTo>
                  <a:lnTo>
                    <a:pt x="2130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9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2427" y="76"/>
                  </a:moveTo>
                  <a:lnTo>
                    <a:pt x="0" y="76"/>
                  </a:lnTo>
                  <a:lnTo>
                    <a:pt x="0" y="0"/>
                  </a:lnTo>
                  <a:lnTo>
                    <a:pt x="2427" y="0"/>
                  </a:lnTo>
                  <a:lnTo>
                    <a:pt x="2427" y="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9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0" y="38"/>
                  </a:moveTo>
                  <a:lnTo>
                    <a:pt x="124" y="38"/>
                  </a:lnTo>
                  <a:lnTo>
                    <a:pt x="280" y="0"/>
                  </a:lnTo>
                  <a:lnTo>
                    <a:pt x="315" y="38"/>
                  </a:lnTo>
                  <a:lnTo>
                    <a:pt x="2427" y="38"/>
                  </a:lnTo>
                  <a:lnTo>
                    <a:pt x="2427" y="76"/>
                  </a:lnTo>
                  <a:lnTo>
                    <a:pt x="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9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0" y="2777"/>
                  </a:moveTo>
                  <a:lnTo>
                    <a:pt x="155" y="2777"/>
                  </a:lnTo>
                  <a:lnTo>
                    <a:pt x="155" y="0"/>
                  </a:lnTo>
                  <a:lnTo>
                    <a:pt x="0" y="0"/>
                  </a:lnTo>
                  <a:lnTo>
                    <a:pt x="0" y="27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49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44" y="0"/>
                  </a:moveTo>
                  <a:lnTo>
                    <a:pt x="0" y="0"/>
                  </a:lnTo>
                  <a:lnTo>
                    <a:pt x="0" y="2777"/>
                  </a:lnTo>
                  <a:lnTo>
                    <a:pt x="155" y="2777"/>
                  </a:lnTo>
                  <a:cubicBezTo>
                    <a:pt x="155" y="2777"/>
                    <a:pt x="44" y="2752"/>
                    <a:pt x="44" y="260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9"/>
            <p:cNvSpPr/>
            <p:nvPr/>
          </p:nvSpPr>
          <p:spPr>
            <a:xfrm>
              <a:off x="4064760" y="2588400"/>
              <a:ext cx="368280" cy="92520"/>
            </a:xfrm>
            <a:custGeom>
              <a:avLst/>
              <a:gdLst/>
              <a:ahLst/>
              <a:cxnLst/>
              <a:rect l="l" t="t" r="r" b="b"/>
              <a:pathLst>
                <a:path w="1023" h="257" extrusionOk="0">
                  <a:moveTo>
                    <a:pt x="0" y="257"/>
                  </a:moveTo>
                  <a:lnTo>
                    <a:pt x="1023" y="257"/>
                  </a:lnTo>
                  <a:lnTo>
                    <a:pt x="858" y="41"/>
                  </a:lnTo>
                  <a:cubicBezTo>
                    <a:pt x="838" y="16"/>
                    <a:pt x="808" y="0"/>
                    <a:pt x="775" y="0"/>
                  </a:cubicBezTo>
                  <a:lnTo>
                    <a:pt x="105" y="0"/>
                  </a:lnTo>
                  <a:cubicBezTo>
                    <a:pt x="47" y="0"/>
                    <a:pt x="0" y="47"/>
                    <a:pt x="0" y="105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9"/>
            <p:cNvSpPr/>
            <p:nvPr/>
          </p:nvSpPr>
          <p:spPr>
            <a:xfrm>
              <a:off x="4132440" y="1572120"/>
              <a:ext cx="78840" cy="26640"/>
            </a:xfrm>
            <a:custGeom>
              <a:avLst/>
              <a:gdLst/>
              <a:ahLst/>
              <a:cxnLst/>
              <a:rect l="l" t="t" r="r" b="b"/>
              <a:pathLst>
                <a:path w="219" h="74" extrusionOk="0">
                  <a:moveTo>
                    <a:pt x="37" y="74"/>
                  </a:moveTo>
                  <a:lnTo>
                    <a:pt x="181" y="74"/>
                  </a:lnTo>
                  <a:cubicBezTo>
                    <a:pt x="202" y="74"/>
                    <a:pt x="219" y="57"/>
                    <a:pt x="219" y="36"/>
                  </a:cubicBezTo>
                  <a:cubicBezTo>
                    <a:pt x="219" y="16"/>
                    <a:pt x="202" y="0"/>
                    <a:pt x="181" y="0"/>
                  </a:cubicBezTo>
                  <a:lnTo>
                    <a:pt x="37" y="0"/>
                  </a:lnTo>
                  <a:cubicBezTo>
                    <a:pt x="17" y="0"/>
                    <a:pt x="0" y="16"/>
                    <a:pt x="0" y="36"/>
                  </a:cubicBezTo>
                  <a:cubicBezTo>
                    <a:pt x="0" y="57"/>
                    <a:pt x="17" y="74"/>
                    <a:pt x="37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9"/>
            <p:cNvSpPr/>
            <p:nvPr/>
          </p:nvSpPr>
          <p:spPr>
            <a:xfrm>
              <a:off x="4694040" y="1793880"/>
              <a:ext cx="40680" cy="57960"/>
            </a:xfrm>
            <a:custGeom>
              <a:avLst/>
              <a:gdLst/>
              <a:ahLst/>
              <a:cxnLst/>
              <a:rect l="l" t="t" r="r" b="b"/>
              <a:pathLst>
                <a:path w="113" h="161" extrusionOk="0">
                  <a:moveTo>
                    <a:pt x="0" y="161"/>
                  </a:moveTo>
                  <a:lnTo>
                    <a:pt x="113" y="161"/>
                  </a:lnTo>
                  <a:lnTo>
                    <a:pt x="113" y="0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950" rIns="90000" bIns="12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9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0" y="945"/>
                  </a:moveTo>
                  <a:lnTo>
                    <a:pt x="303" y="945"/>
                  </a:lnTo>
                  <a:lnTo>
                    <a:pt x="303" y="0"/>
                  </a:lnTo>
                  <a:lnTo>
                    <a:pt x="0" y="0"/>
                  </a:lnTo>
                  <a:lnTo>
                    <a:pt x="0" y="94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9"/>
            <p:cNvSpPr/>
            <p:nvPr/>
          </p:nvSpPr>
          <p:spPr>
            <a:xfrm>
              <a:off x="4676400" y="2192040"/>
              <a:ext cx="75960" cy="28800"/>
            </a:xfrm>
            <a:custGeom>
              <a:avLst/>
              <a:gdLst/>
              <a:ahLst/>
              <a:cxnLst/>
              <a:rect l="l" t="t" r="r" b="b"/>
              <a:pathLst>
                <a:path w="211" h="80" extrusionOk="0">
                  <a:moveTo>
                    <a:pt x="0" y="80"/>
                  </a:moveTo>
                  <a:lnTo>
                    <a:pt x="211" y="80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9"/>
            <p:cNvSpPr/>
            <p:nvPr/>
          </p:nvSpPr>
          <p:spPr>
            <a:xfrm>
              <a:off x="4529520" y="2246760"/>
              <a:ext cx="370080" cy="15840"/>
            </a:xfrm>
            <a:custGeom>
              <a:avLst/>
              <a:gdLst/>
              <a:ahLst/>
              <a:cxnLst/>
              <a:rect l="l" t="t" r="r" b="b"/>
              <a:pathLst>
                <a:path w="1028" h="44" extrusionOk="0">
                  <a:moveTo>
                    <a:pt x="0" y="44"/>
                  </a:moveTo>
                  <a:lnTo>
                    <a:pt x="1028" y="44"/>
                  </a:lnTo>
                  <a:lnTo>
                    <a:pt x="1028" y="0"/>
                  </a:lnTo>
                  <a:lnTo>
                    <a:pt x="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9"/>
            <p:cNvSpPr/>
            <p:nvPr/>
          </p:nvSpPr>
          <p:spPr>
            <a:xfrm>
              <a:off x="4693680" y="2220840"/>
              <a:ext cx="41760" cy="25920"/>
            </a:xfrm>
            <a:custGeom>
              <a:avLst/>
              <a:gdLst/>
              <a:ahLst/>
              <a:cxnLst/>
              <a:rect l="l" t="t" r="r" b="b"/>
              <a:pathLst>
                <a:path w="116" h="72" extrusionOk="0">
                  <a:moveTo>
                    <a:pt x="0" y="72"/>
                  </a:moveTo>
                  <a:lnTo>
                    <a:pt x="116" y="72"/>
                  </a:lnTo>
                  <a:lnTo>
                    <a:pt x="116" y="0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9"/>
            <p:cNvSpPr/>
            <p:nvPr/>
          </p:nvSpPr>
          <p:spPr>
            <a:xfrm>
              <a:off x="485892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9"/>
            <p:cNvSpPr/>
            <p:nvPr/>
          </p:nvSpPr>
          <p:spPr>
            <a:xfrm>
              <a:off x="488736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9"/>
            <p:cNvSpPr/>
            <p:nvPr/>
          </p:nvSpPr>
          <p:spPr>
            <a:xfrm>
              <a:off x="4904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9"/>
            <p:cNvSpPr/>
            <p:nvPr/>
          </p:nvSpPr>
          <p:spPr>
            <a:xfrm>
              <a:off x="4850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9"/>
            <p:cNvSpPr/>
            <p:nvPr/>
          </p:nvSpPr>
          <p:spPr>
            <a:xfrm>
              <a:off x="450108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9"/>
            <p:cNvSpPr/>
            <p:nvPr/>
          </p:nvSpPr>
          <p:spPr>
            <a:xfrm>
              <a:off x="452952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9"/>
            <p:cNvSpPr/>
            <p:nvPr/>
          </p:nvSpPr>
          <p:spPr>
            <a:xfrm>
              <a:off x="454644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9"/>
            <p:cNvSpPr/>
            <p:nvPr/>
          </p:nvSpPr>
          <p:spPr>
            <a:xfrm>
              <a:off x="4492440" y="2290680"/>
              <a:ext cx="32400" cy="9720"/>
            </a:xfrm>
            <a:custGeom>
              <a:avLst/>
              <a:gdLst/>
              <a:ahLst/>
              <a:cxnLst/>
              <a:rect l="l" t="t" r="r" b="b"/>
              <a:pathLst>
                <a:path w="90" h="27" extrusionOk="0">
                  <a:moveTo>
                    <a:pt x="0" y="27"/>
                  </a:moveTo>
                  <a:lnTo>
                    <a:pt x="90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9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303" y="0"/>
                  </a:moveTo>
                  <a:lnTo>
                    <a:pt x="46" y="64"/>
                  </a:lnTo>
                  <a:lnTo>
                    <a:pt x="46" y="869"/>
                  </a:lnTo>
                  <a:lnTo>
                    <a:pt x="303" y="945"/>
                  </a:lnTo>
                  <a:lnTo>
                    <a:pt x="0" y="945"/>
                  </a:lnTo>
                  <a:lnTo>
                    <a:pt x="0" y="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9"/>
            <p:cNvSpPr/>
            <p:nvPr/>
          </p:nvSpPr>
          <p:spPr>
            <a:xfrm>
              <a:off x="450216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493" y="277"/>
                  </a:moveTo>
                  <a:cubicBezTo>
                    <a:pt x="603" y="277"/>
                    <a:pt x="606" y="197"/>
                    <a:pt x="606" y="196"/>
                  </a:cubicBezTo>
                  <a:lnTo>
                    <a:pt x="573" y="195"/>
                  </a:lnTo>
                  <a:cubicBezTo>
                    <a:pt x="572" y="200"/>
                    <a:pt x="568" y="243"/>
                    <a:pt x="493" y="243"/>
                  </a:cubicBezTo>
                  <a:cubicBezTo>
                    <a:pt x="458" y="243"/>
                    <a:pt x="421" y="198"/>
                    <a:pt x="381" y="151"/>
                  </a:cubicBezTo>
                  <a:cubicBezTo>
                    <a:pt x="324" y="83"/>
                    <a:pt x="261" y="6"/>
                    <a:pt x="168" y="0"/>
                  </a:cubicBezTo>
                  <a:cubicBezTo>
                    <a:pt x="128" y="-3"/>
                    <a:pt x="94" y="9"/>
                    <a:pt x="67" y="35"/>
                  </a:cubicBezTo>
                  <a:cubicBezTo>
                    <a:pt x="-2" y="100"/>
                    <a:pt x="0" y="233"/>
                    <a:pt x="0" y="238"/>
                  </a:cubicBezTo>
                  <a:lnTo>
                    <a:pt x="34" y="238"/>
                  </a:lnTo>
                  <a:cubicBezTo>
                    <a:pt x="34" y="236"/>
                    <a:pt x="32" y="114"/>
                    <a:pt x="90" y="59"/>
                  </a:cubicBezTo>
                  <a:cubicBezTo>
                    <a:pt x="110" y="40"/>
                    <a:pt x="135" y="31"/>
                    <a:pt x="166" y="34"/>
                  </a:cubicBezTo>
                  <a:cubicBezTo>
                    <a:pt x="244" y="39"/>
                    <a:pt x="303" y="110"/>
                    <a:pt x="355" y="172"/>
                  </a:cubicBezTo>
                  <a:cubicBezTo>
                    <a:pt x="402" y="228"/>
                    <a:pt x="443" y="277"/>
                    <a:pt x="493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9"/>
            <p:cNvSpPr/>
            <p:nvPr/>
          </p:nvSpPr>
          <p:spPr>
            <a:xfrm>
              <a:off x="470808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114" y="277"/>
                  </a:moveTo>
                  <a:cubicBezTo>
                    <a:pt x="164" y="277"/>
                    <a:pt x="204" y="228"/>
                    <a:pt x="252" y="172"/>
                  </a:cubicBezTo>
                  <a:cubicBezTo>
                    <a:pt x="304" y="110"/>
                    <a:pt x="363" y="39"/>
                    <a:pt x="441" y="34"/>
                  </a:cubicBezTo>
                  <a:cubicBezTo>
                    <a:pt x="471" y="31"/>
                    <a:pt x="496" y="40"/>
                    <a:pt x="517" y="59"/>
                  </a:cubicBezTo>
                  <a:cubicBezTo>
                    <a:pt x="574" y="114"/>
                    <a:pt x="572" y="236"/>
                    <a:pt x="572" y="238"/>
                  </a:cubicBezTo>
                  <a:lnTo>
                    <a:pt x="606" y="238"/>
                  </a:lnTo>
                  <a:cubicBezTo>
                    <a:pt x="606" y="233"/>
                    <a:pt x="608" y="100"/>
                    <a:pt x="540" y="35"/>
                  </a:cubicBezTo>
                  <a:cubicBezTo>
                    <a:pt x="513" y="9"/>
                    <a:pt x="479" y="-3"/>
                    <a:pt x="439" y="0"/>
                  </a:cubicBezTo>
                  <a:cubicBezTo>
                    <a:pt x="346" y="6"/>
                    <a:pt x="282" y="83"/>
                    <a:pt x="226" y="150"/>
                  </a:cubicBezTo>
                  <a:cubicBezTo>
                    <a:pt x="186" y="198"/>
                    <a:pt x="148" y="243"/>
                    <a:pt x="114" y="243"/>
                  </a:cubicBezTo>
                  <a:cubicBezTo>
                    <a:pt x="39" y="243"/>
                    <a:pt x="34" y="200"/>
                    <a:pt x="34" y="195"/>
                  </a:cubicBezTo>
                  <a:lnTo>
                    <a:pt x="0" y="196"/>
                  </a:lnTo>
                  <a:cubicBezTo>
                    <a:pt x="0" y="197"/>
                    <a:pt x="4" y="277"/>
                    <a:pt x="114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9"/>
            <p:cNvSpPr/>
            <p:nvPr/>
          </p:nvSpPr>
          <p:spPr>
            <a:xfrm>
              <a:off x="470808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9"/>
            <p:cNvSpPr/>
            <p:nvPr/>
          </p:nvSpPr>
          <p:spPr>
            <a:xfrm>
              <a:off x="4100400" y="1743840"/>
              <a:ext cx="620280" cy="219240"/>
            </a:xfrm>
            <a:custGeom>
              <a:avLst/>
              <a:gdLst/>
              <a:ahLst/>
              <a:cxnLst/>
              <a:rect l="l" t="t" r="r" b="b"/>
              <a:pathLst>
                <a:path w="1723" h="609" extrusionOk="0">
                  <a:moveTo>
                    <a:pt x="1326" y="228"/>
                  </a:moveTo>
                  <a:cubicBezTo>
                    <a:pt x="1326" y="259"/>
                    <a:pt x="1329" y="293"/>
                    <a:pt x="1334" y="328"/>
                  </a:cubicBezTo>
                  <a:cubicBezTo>
                    <a:pt x="1348" y="279"/>
                    <a:pt x="1355" y="232"/>
                    <a:pt x="1355" y="194"/>
                  </a:cubicBezTo>
                  <a:cubicBezTo>
                    <a:pt x="1355" y="170"/>
                    <a:pt x="1352" y="158"/>
                    <a:pt x="1350" y="151"/>
                  </a:cubicBezTo>
                  <a:cubicBezTo>
                    <a:pt x="1348" y="146"/>
                    <a:pt x="1346" y="143"/>
                    <a:pt x="1344" y="143"/>
                  </a:cubicBezTo>
                  <a:cubicBezTo>
                    <a:pt x="1339" y="143"/>
                    <a:pt x="1326" y="163"/>
                    <a:pt x="1326" y="228"/>
                  </a:cubicBezTo>
                  <a:moveTo>
                    <a:pt x="971" y="153"/>
                  </a:moveTo>
                  <a:cubicBezTo>
                    <a:pt x="965" y="168"/>
                    <a:pt x="962" y="190"/>
                    <a:pt x="962" y="217"/>
                  </a:cubicBezTo>
                  <a:cubicBezTo>
                    <a:pt x="962" y="257"/>
                    <a:pt x="968" y="303"/>
                    <a:pt x="979" y="349"/>
                  </a:cubicBezTo>
                  <a:cubicBezTo>
                    <a:pt x="997" y="296"/>
                    <a:pt x="1007" y="243"/>
                    <a:pt x="1007" y="202"/>
                  </a:cubicBezTo>
                  <a:cubicBezTo>
                    <a:pt x="1007" y="180"/>
                    <a:pt x="1004" y="162"/>
                    <a:pt x="999" y="150"/>
                  </a:cubicBezTo>
                  <a:cubicBezTo>
                    <a:pt x="992" y="137"/>
                    <a:pt x="986" y="137"/>
                    <a:pt x="983" y="137"/>
                  </a:cubicBezTo>
                  <a:cubicBezTo>
                    <a:pt x="977" y="137"/>
                    <a:pt x="972" y="149"/>
                    <a:pt x="971" y="153"/>
                  </a:cubicBezTo>
                  <a:moveTo>
                    <a:pt x="601" y="376"/>
                  </a:moveTo>
                  <a:lnTo>
                    <a:pt x="601" y="376"/>
                  </a:lnTo>
                  <a:cubicBezTo>
                    <a:pt x="610" y="354"/>
                    <a:pt x="616" y="333"/>
                    <a:pt x="620" y="317"/>
                  </a:cubicBezTo>
                  <a:cubicBezTo>
                    <a:pt x="645" y="219"/>
                    <a:pt x="633" y="145"/>
                    <a:pt x="622" y="139"/>
                  </a:cubicBezTo>
                  <a:cubicBezTo>
                    <a:pt x="604" y="145"/>
                    <a:pt x="579" y="251"/>
                    <a:pt x="601" y="376"/>
                  </a:cubicBezTo>
                  <a:moveTo>
                    <a:pt x="601" y="494"/>
                  </a:moveTo>
                  <a:cubicBezTo>
                    <a:pt x="597" y="486"/>
                    <a:pt x="594" y="477"/>
                    <a:pt x="591" y="468"/>
                  </a:cubicBezTo>
                  <a:cubicBezTo>
                    <a:pt x="546" y="535"/>
                    <a:pt x="469" y="605"/>
                    <a:pt x="341" y="605"/>
                  </a:cubicBezTo>
                  <a:cubicBezTo>
                    <a:pt x="340" y="605"/>
                    <a:pt x="338" y="605"/>
                    <a:pt x="337" y="605"/>
                  </a:cubicBezTo>
                  <a:cubicBezTo>
                    <a:pt x="120" y="602"/>
                    <a:pt x="0" y="472"/>
                    <a:pt x="0" y="238"/>
                  </a:cubicBezTo>
                  <a:cubicBezTo>
                    <a:pt x="0" y="30"/>
                    <a:pt x="116" y="1"/>
                    <a:pt x="121" y="0"/>
                  </a:cubicBezTo>
                  <a:lnTo>
                    <a:pt x="121" y="36"/>
                  </a:lnTo>
                  <a:cubicBezTo>
                    <a:pt x="117" y="37"/>
                    <a:pt x="34" y="59"/>
                    <a:pt x="34" y="238"/>
                  </a:cubicBezTo>
                  <a:cubicBezTo>
                    <a:pt x="34" y="388"/>
                    <a:pt x="86" y="568"/>
                    <a:pt x="337" y="571"/>
                  </a:cubicBezTo>
                  <a:cubicBezTo>
                    <a:pt x="339" y="571"/>
                    <a:pt x="340" y="571"/>
                    <a:pt x="341" y="571"/>
                  </a:cubicBezTo>
                  <a:cubicBezTo>
                    <a:pt x="465" y="571"/>
                    <a:pt x="536" y="498"/>
                    <a:pt x="577" y="426"/>
                  </a:cubicBezTo>
                  <a:cubicBezTo>
                    <a:pt x="565" y="381"/>
                    <a:pt x="559" y="330"/>
                    <a:pt x="559" y="278"/>
                  </a:cubicBezTo>
                  <a:cubicBezTo>
                    <a:pt x="559" y="198"/>
                    <a:pt x="575" y="105"/>
                    <a:pt x="621" y="105"/>
                  </a:cubicBezTo>
                  <a:cubicBezTo>
                    <a:pt x="629" y="105"/>
                    <a:pt x="643" y="108"/>
                    <a:pt x="653" y="126"/>
                  </a:cubicBezTo>
                  <a:cubicBezTo>
                    <a:pt x="679" y="172"/>
                    <a:pt x="675" y="312"/>
                    <a:pt x="613" y="430"/>
                  </a:cubicBezTo>
                  <a:cubicBezTo>
                    <a:pt x="633" y="499"/>
                    <a:pt x="675" y="575"/>
                    <a:pt x="760" y="575"/>
                  </a:cubicBezTo>
                  <a:cubicBezTo>
                    <a:pt x="847" y="575"/>
                    <a:pt x="916" y="494"/>
                    <a:pt x="959" y="400"/>
                  </a:cubicBezTo>
                  <a:cubicBezTo>
                    <a:pt x="939" y="336"/>
                    <a:pt x="929" y="269"/>
                    <a:pt x="929" y="217"/>
                  </a:cubicBezTo>
                  <a:cubicBezTo>
                    <a:pt x="929" y="185"/>
                    <a:pt x="932" y="160"/>
                    <a:pt x="939" y="141"/>
                  </a:cubicBezTo>
                  <a:cubicBezTo>
                    <a:pt x="951" y="108"/>
                    <a:pt x="971" y="103"/>
                    <a:pt x="983" y="103"/>
                  </a:cubicBezTo>
                  <a:cubicBezTo>
                    <a:pt x="1003" y="103"/>
                    <a:pt x="1019" y="115"/>
                    <a:pt x="1029" y="136"/>
                  </a:cubicBezTo>
                  <a:cubicBezTo>
                    <a:pt x="1037" y="152"/>
                    <a:pt x="1041" y="175"/>
                    <a:pt x="1041" y="202"/>
                  </a:cubicBezTo>
                  <a:cubicBezTo>
                    <a:pt x="1041" y="258"/>
                    <a:pt x="1025" y="333"/>
                    <a:pt x="994" y="402"/>
                  </a:cubicBezTo>
                  <a:cubicBezTo>
                    <a:pt x="1026" y="496"/>
                    <a:pt x="1079" y="575"/>
                    <a:pt x="1145" y="575"/>
                  </a:cubicBezTo>
                  <a:cubicBezTo>
                    <a:pt x="1216" y="575"/>
                    <a:pt x="1275" y="491"/>
                    <a:pt x="1312" y="395"/>
                  </a:cubicBezTo>
                  <a:cubicBezTo>
                    <a:pt x="1299" y="335"/>
                    <a:pt x="1293" y="274"/>
                    <a:pt x="1293" y="228"/>
                  </a:cubicBezTo>
                  <a:cubicBezTo>
                    <a:pt x="1293" y="149"/>
                    <a:pt x="1310" y="109"/>
                    <a:pt x="1344" y="109"/>
                  </a:cubicBezTo>
                  <a:cubicBezTo>
                    <a:pt x="1354" y="109"/>
                    <a:pt x="1371" y="113"/>
                    <a:pt x="1381" y="139"/>
                  </a:cubicBezTo>
                  <a:cubicBezTo>
                    <a:pt x="1386" y="152"/>
                    <a:pt x="1389" y="171"/>
                    <a:pt x="1389" y="194"/>
                  </a:cubicBezTo>
                  <a:cubicBezTo>
                    <a:pt x="1389" y="250"/>
                    <a:pt x="1374" y="326"/>
                    <a:pt x="1348" y="398"/>
                  </a:cubicBezTo>
                  <a:cubicBezTo>
                    <a:pt x="1352" y="418"/>
                    <a:pt x="1358" y="438"/>
                    <a:pt x="1364" y="456"/>
                  </a:cubicBezTo>
                  <a:cubicBezTo>
                    <a:pt x="1387" y="529"/>
                    <a:pt x="1418" y="575"/>
                    <a:pt x="1445" y="575"/>
                  </a:cubicBezTo>
                  <a:cubicBezTo>
                    <a:pt x="1487" y="575"/>
                    <a:pt x="1513" y="487"/>
                    <a:pt x="1513" y="345"/>
                  </a:cubicBezTo>
                  <a:cubicBezTo>
                    <a:pt x="1513" y="157"/>
                    <a:pt x="1590" y="69"/>
                    <a:pt x="1642" y="69"/>
                  </a:cubicBezTo>
                  <a:cubicBezTo>
                    <a:pt x="1694" y="69"/>
                    <a:pt x="1718" y="116"/>
                    <a:pt x="1723" y="139"/>
                  </a:cubicBezTo>
                  <a:lnTo>
                    <a:pt x="1688" y="139"/>
                  </a:lnTo>
                  <a:cubicBezTo>
                    <a:pt x="1688" y="137"/>
                    <a:pt x="1680" y="103"/>
                    <a:pt x="1642" y="103"/>
                  </a:cubicBezTo>
                  <a:cubicBezTo>
                    <a:pt x="1615" y="103"/>
                    <a:pt x="1547" y="175"/>
                    <a:pt x="1547" y="345"/>
                  </a:cubicBezTo>
                  <a:cubicBezTo>
                    <a:pt x="1547" y="465"/>
                    <a:pt x="1529" y="609"/>
                    <a:pt x="1445" y="609"/>
                  </a:cubicBezTo>
                  <a:cubicBezTo>
                    <a:pt x="1392" y="609"/>
                    <a:pt x="1352" y="536"/>
                    <a:pt x="1326" y="448"/>
                  </a:cubicBezTo>
                  <a:cubicBezTo>
                    <a:pt x="1284" y="537"/>
                    <a:pt x="1222" y="609"/>
                    <a:pt x="1145" y="609"/>
                  </a:cubicBezTo>
                  <a:cubicBezTo>
                    <a:pt x="1067" y="609"/>
                    <a:pt x="1010" y="535"/>
                    <a:pt x="974" y="444"/>
                  </a:cubicBezTo>
                  <a:cubicBezTo>
                    <a:pt x="926" y="535"/>
                    <a:pt x="852" y="609"/>
                    <a:pt x="760" y="609"/>
                  </a:cubicBezTo>
                  <a:cubicBezTo>
                    <a:pt x="692" y="609"/>
                    <a:pt x="637" y="569"/>
                    <a:pt x="601" y="4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9"/>
            <p:cNvSpPr/>
            <p:nvPr/>
          </p:nvSpPr>
          <p:spPr>
            <a:xfrm>
              <a:off x="457812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9"/>
            <p:cNvSpPr/>
            <p:nvPr/>
          </p:nvSpPr>
          <p:spPr>
            <a:xfrm>
              <a:off x="444780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9"/>
            <p:cNvSpPr/>
            <p:nvPr/>
          </p:nvSpPr>
          <p:spPr>
            <a:xfrm>
              <a:off x="431784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9"/>
            <p:cNvSpPr/>
            <p:nvPr/>
          </p:nvSpPr>
          <p:spPr>
            <a:xfrm>
              <a:off x="4445280" y="2300400"/>
              <a:ext cx="527400" cy="207360"/>
            </a:xfrm>
            <a:custGeom>
              <a:avLst/>
              <a:gdLst/>
              <a:ahLst/>
              <a:cxnLst/>
              <a:rect l="l" t="t" r="r" b="b"/>
              <a:pathLst>
                <a:path w="1465" h="576" extrusionOk="0">
                  <a:moveTo>
                    <a:pt x="1465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1465" y="0"/>
                  </a:lnTo>
                  <a:lnTo>
                    <a:pt x="1465" y="5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9"/>
            <p:cNvSpPr/>
            <p:nvPr/>
          </p:nvSpPr>
          <p:spPr>
            <a:xfrm>
              <a:off x="4476240" y="2325240"/>
              <a:ext cx="121680" cy="5040"/>
            </a:xfrm>
            <a:custGeom>
              <a:avLst/>
              <a:gdLst/>
              <a:ahLst/>
              <a:cxnLst/>
              <a:rect l="l" t="t" r="r" b="b"/>
              <a:pathLst>
                <a:path w="338" h="14" extrusionOk="0">
                  <a:moveTo>
                    <a:pt x="338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8" y="0"/>
                  </a:lnTo>
                  <a:lnTo>
                    <a:pt x="338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49"/>
            <p:cNvSpPr/>
            <p:nvPr/>
          </p:nvSpPr>
          <p:spPr>
            <a:xfrm>
              <a:off x="4827240" y="2325240"/>
              <a:ext cx="122040" cy="5040"/>
            </a:xfrm>
            <a:custGeom>
              <a:avLst/>
              <a:gdLst/>
              <a:ahLst/>
              <a:cxnLst/>
              <a:rect l="l" t="t" r="r" b="b"/>
              <a:pathLst>
                <a:path w="339" h="14" extrusionOk="0">
                  <a:moveTo>
                    <a:pt x="339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49"/>
            <p:cNvSpPr/>
            <p:nvPr/>
          </p:nvSpPr>
          <p:spPr>
            <a:xfrm>
              <a:off x="4827240" y="2339280"/>
              <a:ext cx="80280" cy="4680"/>
            </a:xfrm>
            <a:custGeom>
              <a:avLst/>
              <a:gdLst/>
              <a:ahLst/>
              <a:cxnLst/>
              <a:rect l="l" t="t" r="r" b="b"/>
              <a:pathLst>
                <a:path w="223" h="13" extrusionOk="0">
                  <a:moveTo>
                    <a:pt x="2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23" y="0"/>
                  </a:lnTo>
                  <a:lnTo>
                    <a:pt x="2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9"/>
            <p:cNvSpPr/>
            <p:nvPr/>
          </p:nvSpPr>
          <p:spPr>
            <a:xfrm>
              <a:off x="4827240" y="235440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9"/>
            <p:cNvSpPr/>
            <p:nvPr/>
          </p:nvSpPr>
          <p:spPr>
            <a:xfrm>
              <a:off x="4895640" y="2379240"/>
              <a:ext cx="42120" cy="18720"/>
            </a:xfrm>
            <a:custGeom>
              <a:avLst/>
              <a:gdLst/>
              <a:ahLst/>
              <a:cxnLst/>
              <a:rect l="l" t="t" r="r" b="b"/>
              <a:pathLst>
                <a:path w="117" h="52" extrusionOk="0">
                  <a:moveTo>
                    <a:pt x="12" y="52"/>
                  </a:moveTo>
                  <a:lnTo>
                    <a:pt x="105" y="52"/>
                  </a:lnTo>
                  <a:cubicBezTo>
                    <a:pt x="112" y="52"/>
                    <a:pt x="117" y="46"/>
                    <a:pt x="117" y="39"/>
                  </a:cubicBezTo>
                  <a:lnTo>
                    <a:pt x="117" y="13"/>
                  </a:lnTo>
                  <a:cubicBezTo>
                    <a:pt x="117" y="6"/>
                    <a:pt x="112" y="0"/>
                    <a:pt x="105" y="0"/>
                  </a:cubicBezTo>
                  <a:lnTo>
                    <a:pt x="12" y="0"/>
                  </a:lnTo>
                  <a:cubicBezTo>
                    <a:pt x="5" y="0"/>
                    <a:pt x="0" y="6"/>
                    <a:pt x="0" y="13"/>
                  </a:cubicBezTo>
                  <a:lnTo>
                    <a:pt x="0" y="39"/>
                  </a:lnTo>
                  <a:cubicBezTo>
                    <a:pt x="0" y="46"/>
                    <a:pt x="5" y="52"/>
                    <a:pt x="12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9"/>
            <p:cNvSpPr/>
            <p:nvPr/>
          </p:nvSpPr>
          <p:spPr>
            <a:xfrm>
              <a:off x="4537080" y="2473920"/>
              <a:ext cx="122040" cy="4680"/>
            </a:xfrm>
            <a:custGeom>
              <a:avLst/>
              <a:gdLst/>
              <a:ahLst/>
              <a:cxnLst/>
              <a:rect l="l" t="t" r="r" b="b"/>
              <a:pathLst>
                <a:path w="339" h="13" extrusionOk="0">
                  <a:moveTo>
                    <a:pt x="339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9"/>
            <p:cNvSpPr/>
            <p:nvPr/>
          </p:nvSpPr>
          <p:spPr>
            <a:xfrm>
              <a:off x="4537080" y="246384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9"/>
            <p:cNvSpPr/>
            <p:nvPr/>
          </p:nvSpPr>
          <p:spPr>
            <a:xfrm>
              <a:off x="4476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9"/>
            <p:cNvSpPr/>
            <p:nvPr/>
          </p:nvSpPr>
          <p:spPr>
            <a:xfrm>
              <a:off x="4503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9"/>
            <p:cNvSpPr/>
            <p:nvPr/>
          </p:nvSpPr>
          <p:spPr>
            <a:xfrm>
              <a:off x="4476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9"/>
            <p:cNvSpPr/>
            <p:nvPr/>
          </p:nvSpPr>
          <p:spPr>
            <a:xfrm>
              <a:off x="4503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5853547-1C60-88D3-A702-74E3A7C64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148" y="3417780"/>
            <a:ext cx="3943849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Cost Reduction in Manufacturing Industry Consulting Toolkit by Slidesgo">
  <a:themeElements>
    <a:clrScheme name="Simple Light">
      <a:dk1>
        <a:srgbClr val="3B3A3A"/>
      </a:dk1>
      <a:lt1>
        <a:srgbClr val="EFEFEF"/>
      </a:lt1>
      <a:dk2>
        <a:srgbClr val="FB7E01"/>
      </a:dk2>
      <a:lt2>
        <a:srgbClr val="0C5084"/>
      </a:lt2>
      <a:accent1>
        <a:srgbClr val="D42416"/>
      </a:accent1>
      <a:accent2>
        <a:srgbClr val="999999"/>
      </a:accent2>
      <a:accent3>
        <a:srgbClr val="737373"/>
      </a:accent3>
      <a:accent4>
        <a:srgbClr val="CCCCCC"/>
      </a:accent4>
      <a:accent5>
        <a:srgbClr val="E9A85A"/>
      </a:accent5>
      <a:accent6>
        <a:srgbClr val="FFFFFF"/>
      </a:accent6>
      <a:hlink>
        <a:srgbClr val="3B3A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1250</Words>
  <Application>Microsoft Office PowerPoint</Application>
  <PresentationFormat>On-screen Show (16:9)</PresentationFormat>
  <Paragraphs>180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Raavi</vt:lpstr>
      <vt:lpstr>Aptos</vt:lpstr>
      <vt:lpstr>Inter Tight</vt:lpstr>
      <vt:lpstr>Wingdings</vt:lpstr>
      <vt:lpstr>Open Sans</vt:lpstr>
      <vt:lpstr>Merriweather Sans</vt:lpstr>
      <vt:lpstr>Raleway</vt:lpstr>
      <vt:lpstr>Courier New</vt:lpstr>
      <vt:lpstr>Cost Reduction in Manufacturing Industry Consulting Toolkit by Slidesgo</vt:lpstr>
      <vt:lpstr>Navigating the Future: The Role of Collaborative Robots (Cobots) in Industry 5.0</vt:lpstr>
      <vt:lpstr>01</vt:lpstr>
      <vt:lpstr>Methodology</vt:lpstr>
      <vt:lpstr>What are Cobots and how do they function</vt:lpstr>
      <vt:lpstr>Cobots Vs Traditional Robots</vt:lpstr>
      <vt:lpstr>01</vt:lpstr>
      <vt:lpstr>01</vt:lpstr>
      <vt:lpstr>01</vt:lpstr>
      <vt:lpstr>01</vt:lpstr>
      <vt:lpstr>How Machine Learning (ML) Algoritms improve Cobots function and decsion making ability?</vt:lpstr>
      <vt:lpstr>Naïve Bayes</vt:lpstr>
      <vt:lpstr>How these Models assist Cobots?</vt:lpstr>
      <vt:lpstr>What opportunities Cobot’s present</vt:lpstr>
      <vt:lpstr>Addressing Rising Costs and Labour Shortages</vt:lpstr>
      <vt:lpstr>Compact Design and Easy Integration</vt:lpstr>
      <vt:lpstr>Improvements in Workplace Safety</vt:lpstr>
      <vt:lpstr>What are applications of Cobots in Manufacturing Industry</vt:lpstr>
      <vt:lpstr>Applications</vt:lpstr>
      <vt:lpstr>Challenges associated with implementation of Cobots</vt:lpstr>
      <vt:lpstr>Recognize challenges in integrating cobots, especially into existing systems.</vt:lpstr>
      <vt:lpstr>Evaluate economic factors, emphasizing the costs of initial investment and personnel training to work alongside cobots.</vt:lpstr>
      <vt:lpstr>Discuss workforce concerns, which include job displacement and growing requirements for advanced skillsets.</vt:lpstr>
      <vt:lpstr>What ethical considerations must be taken into account?</vt:lpstr>
      <vt:lpstr>Considering data breaching concerns, mainly due to the integration of AI in cobots.</vt:lpstr>
      <vt:lpstr>Discuss the balance between technological advancement and societal impacts, including strategies for workforce transitions.</vt:lpstr>
      <vt:lpstr>Ensure ethical implementations by use of industry regulations and standards.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amir ijaz</cp:lastModifiedBy>
  <cp:revision>5</cp:revision>
  <dcterms:modified xsi:type="dcterms:W3CDTF">2024-12-29T17:13:24Z</dcterms:modified>
</cp:coreProperties>
</file>